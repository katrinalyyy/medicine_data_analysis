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10"/>
  </p:notes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6" r:id="rId9"/>
  </p:sldIdLst>
  <p:sldSz cx="9144000" cy="5143500" type="screen16x9"/>
  <p:notesSz cx="6858000" cy="9144000"/>
  <p:embeddedFontLst>
    <p:embeddedFont>
      <p:font typeface="Gothic A1" panose="020B0604020202020204" charset="-127"/>
      <p:regular r:id="rId11"/>
      <p:bold r:id="rId12"/>
    </p:embeddedFont>
    <p:embeddedFont>
      <p:font typeface="Krub" panose="00000500000000000000" pitchFamily="2" charset="-34"/>
      <p:regular r:id="rId13"/>
      <p:bold r:id="rId14"/>
      <p:italic r:id="rId15"/>
      <p:boldItalic r:id="rId16"/>
    </p:embeddedFont>
    <p:embeddedFont>
      <p:font typeface="Krub Light" panose="00000400000000000000" pitchFamily="2" charset="-34"/>
      <p:regular r:id="rId17"/>
      <p:bold r:id="rId18"/>
      <p:italic r:id="rId19"/>
      <p:boldItalic r:id="rId20"/>
    </p:embeddedFont>
    <p:embeddedFont>
      <p:font typeface="Krub Medium" panose="00000600000000000000" pitchFamily="2" charset="-34"/>
      <p:regular r:id="rId21"/>
      <p:bold r:id="rId22"/>
      <p:italic r:id="rId23"/>
      <p:boldItalic r:id="rId24"/>
    </p:embeddedFont>
    <p:embeddedFont>
      <p:font typeface="Open Sans" panose="020B0606030504020204" pitchFamily="34" charset="0"/>
      <p:regular r:id="rId25"/>
      <p:bold r:id="rId26"/>
      <p:italic r:id="rId27"/>
      <p:boldItalic r:id="rId28"/>
    </p:embeddedFont>
    <p:embeddedFont>
      <p:font typeface="Raleway" pitchFamily="2" charset="-52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D6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5F0BECB-CCB3-4F55-864B-37BA73A789FF}">
  <a:tblStyle styleId="{E5F0BECB-CCB3-4F55-864B-37BA73A789F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01"/>
    <p:restoredTop sz="94649"/>
  </p:normalViewPr>
  <p:slideViewPr>
    <p:cSldViewPr snapToGrid="0">
      <p:cViewPr varScale="1">
        <p:scale>
          <a:sx n="138" d="100"/>
          <a:sy n="138" d="100"/>
        </p:scale>
        <p:origin x="1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font" Target="fonts/font16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font" Target="fonts/font1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32" Type="http://schemas.openxmlformats.org/officeDocument/2006/relationships/font" Target="fonts/font22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font" Target="fonts/font18.fntdata"/><Relationship Id="rId36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31" Type="http://schemas.openxmlformats.org/officeDocument/2006/relationships/font" Target="fonts/font2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font" Target="fonts/font17.fntdata"/><Relationship Id="rId30" Type="http://schemas.openxmlformats.org/officeDocument/2006/relationships/font" Target="fonts/font20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27ec44fb897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27ec44fb897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10f9e629ec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10f9e629ec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10f9e629ec3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10f9e629ec3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21258269c9b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21258269c9b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21258269c9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21258269c9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111e7c571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111e7c571f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24412a0a529_2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24412a0a529_2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11e375b9f55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11e375b9f55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FFFFFF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8199"/>
            <a:ext cx="9144001" cy="512712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392288" y="1468063"/>
            <a:ext cx="6359400" cy="16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 b="1">
                <a:latin typeface="Krub"/>
                <a:ea typeface="Krub"/>
                <a:cs typeface="Krub"/>
                <a:sym typeface="Krub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392488" y="3237475"/>
            <a:ext cx="4359000" cy="4095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rgbClr val="0F343D"/>
                </a:solidFill>
                <a:latin typeface="Gothic A1"/>
                <a:ea typeface="Gothic A1"/>
                <a:cs typeface="Gothic A1"/>
                <a:sym typeface="Gothic A1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8199"/>
            <a:ext cx="9144001" cy="5127121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715100" y="2652300"/>
            <a:ext cx="3943500" cy="167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4271250" y="1050475"/>
            <a:ext cx="1117500" cy="7425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700">
                <a:solidFill>
                  <a:schemeClr val="dk2"/>
                </a:solidFill>
                <a:latin typeface="Krub Light"/>
                <a:ea typeface="Krub Light"/>
                <a:cs typeface="Krub Light"/>
                <a:sym typeface="Krub 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>
            <a:spLocks noGrp="1"/>
          </p:cNvSpPr>
          <p:nvPr>
            <p:ph type="pic" idx="3"/>
          </p:nvPr>
        </p:nvSpPr>
        <p:spPr>
          <a:xfrm>
            <a:off x="5076250" y="682050"/>
            <a:ext cx="3137700" cy="3779400"/>
          </a:xfrm>
          <a:prstGeom prst="snip2DiagRect">
            <a:avLst>
              <a:gd name="adj1" fmla="val 0"/>
              <a:gd name="adj2" fmla="val 8572"/>
            </a:avLst>
          </a:prstGeom>
          <a:noFill/>
          <a:ln>
            <a:noFill/>
          </a:ln>
        </p:spPr>
      </p:sp>
      <p:grpSp>
        <p:nvGrpSpPr>
          <p:cNvPr id="17" name="Google Shape;17;p3"/>
          <p:cNvGrpSpPr/>
          <p:nvPr/>
        </p:nvGrpSpPr>
        <p:grpSpPr>
          <a:xfrm>
            <a:off x="-175472" y="481123"/>
            <a:ext cx="3242999" cy="839814"/>
            <a:chOff x="763375" y="-2867575"/>
            <a:chExt cx="2546125" cy="659350"/>
          </a:xfrm>
        </p:grpSpPr>
        <p:sp>
          <p:nvSpPr>
            <p:cNvPr id="18" name="Google Shape;18;p3"/>
            <p:cNvSpPr/>
            <p:nvPr/>
          </p:nvSpPr>
          <p:spPr>
            <a:xfrm>
              <a:off x="763375" y="-2829550"/>
              <a:ext cx="2546125" cy="295900"/>
            </a:xfrm>
            <a:custGeom>
              <a:avLst/>
              <a:gdLst/>
              <a:ahLst/>
              <a:cxnLst/>
              <a:rect l="l" t="t" r="r" b="b"/>
              <a:pathLst>
                <a:path w="101845" h="11836" extrusionOk="0">
                  <a:moveTo>
                    <a:pt x="100436" y="1"/>
                  </a:moveTo>
                  <a:cubicBezTo>
                    <a:pt x="99730" y="1"/>
                    <a:pt x="99149" y="511"/>
                    <a:pt x="99036" y="1185"/>
                  </a:cubicBezTo>
                  <a:lnTo>
                    <a:pt x="81872" y="1185"/>
                  </a:lnTo>
                  <a:lnTo>
                    <a:pt x="77941" y="11262"/>
                  </a:lnTo>
                  <a:lnTo>
                    <a:pt x="40659" y="11262"/>
                  </a:lnTo>
                  <a:lnTo>
                    <a:pt x="34758" y="5483"/>
                  </a:lnTo>
                  <a:lnTo>
                    <a:pt x="0" y="5483"/>
                  </a:lnTo>
                  <a:lnTo>
                    <a:pt x="0" y="6054"/>
                  </a:lnTo>
                  <a:lnTo>
                    <a:pt x="34523" y="6054"/>
                  </a:lnTo>
                  <a:lnTo>
                    <a:pt x="40424" y="11835"/>
                  </a:lnTo>
                  <a:lnTo>
                    <a:pt x="78328" y="11835"/>
                  </a:lnTo>
                  <a:lnTo>
                    <a:pt x="82259" y="1756"/>
                  </a:lnTo>
                  <a:lnTo>
                    <a:pt x="99068" y="1756"/>
                  </a:lnTo>
                  <a:cubicBezTo>
                    <a:pt x="99220" y="2368"/>
                    <a:pt x="99772" y="2819"/>
                    <a:pt x="100436" y="2819"/>
                  </a:cubicBezTo>
                  <a:cubicBezTo>
                    <a:pt x="101213" y="2819"/>
                    <a:pt x="101845" y="2184"/>
                    <a:pt x="101845" y="1410"/>
                  </a:cubicBezTo>
                  <a:cubicBezTo>
                    <a:pt x="101845" y="633"/>
                    <a:pt x="101213" y="1"/>
                    <a:pt x="10043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855500" y="-2867575"/>
              <a:ext cx="1809675" cy="512075"/>
            </a:xfrm>
            <a:custGeom>
              <a:avLst/>
              <a:gdLst/>
              <a:ahLst/>
              <a:cxnLst/>
              <a:rect l="l" t="t" r="r" b="b"/>
              <a:pathLst>
                <a:path w="72387" h="20483" extrusionOk="0">
                  <a:moveTo>
                    <a:pt x="1" y="0"/>
                  </a:moveTo>
                  <a:lnTo>
                    <a:pt x="1" y="571"/>
                  </a:lnTo>
                  <a:lnTo>
                    <a:pt x="40498" y="571"/>
                  </a:lnTo>
                  <a:lnTo>
                    <a:pt x="40498" y="20483"/>
                  </a:lnTo>
                  <a:lnTo>
                    <a:pt x="71538" y="20483"/>
                  </a:lnTo>
                  <a:lnTo>
                    <a:pt x="71538" y="2502"/>
                  </a:lnTo>
                  <a:cubicBezTo>
                    <a:pt x="72028" y="2358"/>
                    <a:pt x="72386" y="1899"/>
                    <a:pt x="72386" y="1367"/>
                  </a:cubicBezTo>
                  <a:cubicBezTo>
                    <a:pt x="72386" y="703"/>
                    <a:pt x="71857" y="162"/>
                    <a:pt x="71193" y="162"/>
                  </a:cubicBezTo>
                  <a:cubicBezTo>
                    <a:pt x="70529" y="162"/>
                    <a:pt x="69997" y="703"/>
                    <a:pt x="69997" y="1367"/>
                  </a:cubicBezTo>
                  <a:cubicBezTo>
                    <a:pt x="69997" y="1951"/>
                    <a:pt x="70416" y="2429"/>
                    <a:pt x="70967" y="2541"/>
                  </a:cubicBezTo>
                  <a:lnTo>
                    <a:pt x="70967" y="19902"/>
                  </a:lnTo>
                  <a:lnTo>
                    <a:pt x="41069" y="19902"/>
                  </a:lnTo>
                  <a:lnTo>
                    <a:pt x="41069" y="0"/>
                  </a:lnTo>
                  <a:close/>
                </a:path>
              </a:pathLst>
            </a:custGeom>
            <a:solidFill>
              <a:srgbClr val="A0D4FC">
                <a:alpha val="569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790925" y="-2429775"/>
              <a:ext cx="2345025" cy="221550"/>
            </a:xfrm>
            <a:custGeom>
              <a:avLst/>
              <a:gdLst/>
              <a:ahLst/>
              <a:cxnLst/>
              <a:rect l="l" t="t" r="r" b="b"/>
              <a:pathLst>
                <a:path w="93801" h="8862" extrusionOk="0">
                  <a:moveTo>
                    <a:pt x="54077" y="0"/>
                  </a:moveTo>
                  <a:lnTo>
                    <a:pt x="54077" y="8291"/>
                  </a:lnTo>
                  <a:lnTo>
                    <a:pt x="1" y="8291"/>
                  </a:lnTo>
                  <a:lnTo>
                    <a:pt x="1" y="8862"/>
                  </a:lnTo>
                  <a:lnTo>
                    <a:pt x="54651" y="8862"/>
                  </a:lnTo>
                  <a:lnTo>
                    <a:pt x="54651" y="571"/>
                  </a:lnTo>
                  <a:lnTo>
                    <a:pt x="80780" y="571"/>
                  </a:lnTo>
                  <a:lnTo>
                    <a:pt x="84466" y="4257"/>
                  </a:lnTo>
                  <a:lnTo>
                    <a:pt x="91001" y="4257"/>
                  </a:lnTo>
                  <a:cubicBezTo>
                    <a:pt x="91114" y="4931"/>
                    <a:pt x="91685" y="5441"/>
                    <a:pt x="92391" y="5441"/>
                  </a:cubicBezTo>
                  <a:cubicBezTo>
                    <a:pt x="93165" y="5441"/>
                    <a:pt x="93800" y="4809"/>
                    <a:pt x="93800" y="4032"/>
                  </a:cubicBezTo>
                  <a:cubicBezTo>
                    <a:pt x="93800" y="3247"/>
                    <a:pt x="93165" y="2613"/>
                    <a:pt x="92391" y="2613"/>
                  </a:cubicBezTo>
                  <a:cubicBezTo>
                    <a:pt x="91727" y="2613"/>
                    <a:pt x="91185" y="3073"/>
                    <a:pt x="91021" y="3686"/>
                  </a:cubicBezTo>
                  <a:lnTo>
                    <a:pt x="84711" y="3686"/>
                  </a:lnTo>
                  <a:lnTo>
                    <a:pt x="8102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21;p3"/>
          <p:cNvGrpSpPr/>
          <p:nvPr/>
        </p:nvGrpSpPr>
        <p:grpSpPr>
          <a:xfrm>
            <a:off x="8295876" y="4"/>
            <a:ext cx="853983" cy="698287"/>
            <a:chOff x="7697562" y="4083492"/>
            <a:chExt cx="643738" cy="526334"/>
          </a:xfrm>
        </p:grpSpPr>
        <p:sp>
          <p:nvSpPr>
            <p:cNvPr id="22" name="Google Shape;22;p3"/>
            <p:cNvSpPr/>
            <p:nvPr/>
          </p:nvSpPr>
          <p:spPr>
            <a:xfrm>
              <a:off x="7697562" y="4220126"/>
              <a:ext cx="389700" cy="389700"/>
            </a:xfrm>
            <a:prstGeom prst="plus">
              <a:avLst>
                <a:gd name="adj" fmla="val 32768"/>
              </a:avLst>
            </a:prstGeom>
            <a:solidFill>
              <a:srgbClr val="95E7D3">
                <a:alpha val="310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8087200" y="4083492"/>
              <a:ext cx="254100" cy="254100"/>
            </a:xfrm>
            <a:prstGeom prst="plus">
              <a:avLst>
                <a:gd name="adj" fmla="val 32768"/>
              </a:avLst>
            </a:prstGeom>
            <a:solidFill>
              <a:srgbClr val="96E5D2">
                <a:alpha val="557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4" name="Google Shape;24;p3"/>
          <p:cNvSpPr/>
          <p:nvPr/>
        </p:nvSpPr>
        <p:spPr>
          <a:xfrm>
            <a:off x="3686122" y="4608500"/>
            <a:ext cx="516900" cy="516600"/>
          </a:xfrm>
          <a:prstGeom prst="plus">
            <a:avLst>
              <a:gd name="adj" fmla="val 32768"/>
            </a:avLst>
          </a:prstGeom>
          <a:solidFill>
            <a:srgbClr val="95E7D3">
              <a:alpha val="696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8199"/>
            <a:ext cx="9144001" cy="5127121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720000" y="1061500"/>
            <a:ext cx="7704000" cy="40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grpSp>
        <p:nvGrpSpPr>
          <p:cNvPr id="29" name="Google Shape;29;p4"/>
          <p:cNvGrpSpPr/>
          <p:nvPr/>
        </p:nvGrpSpPr>
        <p:grpSpPr>
          <a:xfrm flipH="1">
            <a:off x="6390774" y="4510057"/>
            <a:ext cx="2805672" cy="461682"/>
            <a:chOff x="-78542" y="4269447"/>
            <a:chExt cx="3892442" cy="640513"/>
          </a:xfrm>
        </p:grpSpPr>
        <p:sp>
          <p:nvSpPr>
            <p:cNvPr id="30" name="Google Shape;30;p4"/>
            <p:cNvSpPr/>
            <p:nvPr/>
          </p:nvSpPr>
          <p:spPr>
            <a:xfrm flipH="1">
              <a:off x="-26956" y="4269447"/>
              <a:ext cx="3498330" cy="508988"/>
            </a:xfrm>
            <a:custGeom>
              <a:avLst/>
              <a:gdLst/>
              <a:ahLst/>
              <a:cxnLst/>
              <a:rect l="l" t="t" r="r" b="b"/>
              <a:pathLst>
                <a:path w="117001" h="17023" extrusionOk="0">
                  <a:moveTo>
                    <a:pt x="99111" y="0"/>
                  </a:moveTo>
                  <a:lnTo>
                    <a:pt x="99111" y="16481"/>
                  </a:lnTo>
                  <a:lnTo>
                    <a:pt x="1" y="16481"/>
                  </a:lnTo>
                  <a:lnTo>
                    <a:pt x="1" y="17022"/>
                  </a:lnTo>
                  <a:lnTo>
                    <a:pt x="99640" y="17022"/>
                  </a:lnTo>
                  <a:lnTo>
                    <a:pt x="99640" y="529"/>
                  </a:lnTo>
                  <a:lnTo>
                    <a:pt x="117001" y="529"/>
                  </a:lnTo>
                  <a:lnTo>
                    <a:pt x="117001" y="0"/>
                  </a:lnTo>
                  <a:close/>
                </a:path>
              </a:pathLst>
            </a:custGeom>
            <a:solidFill>
              <a:srgbClr val="A0D4FC">
                <a:alpha val="569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-78542" y="4465736"/>
              <a:ext cx="3892442" cy="444224"/>
            </a:xfrm>
            <a:custGeom>
              <a:avLst/>
              <a:gdLst/>
              <a:ahLst/>
              <a:cxnLst/>
              <a:rect l="l" t="t" r="r" b="b"/>
              <a:pathLst>
                <a:path w="130182" h="14857" extrusionOk="0">
                  <a:moveTo>
                    <a:pt x="1122" y="0"/>
                  </a:moveTo>
                  <a:cubicBezTo>
                    <a:pt x="500" y="0"/>
                    <a:pt x="0" y="500"/>
                    <a:pt x="0" y="1113"/>
                  </a:cubicBezTo>
                  <a:cubicBezTo>
                    <a:pt x="0" y="1726"/>
                    <a:pt x="500" y="2226"/>
                    <a:pt x="1122" y="2226"/>
                  </a:cubicBezTo>
                  <a:cubicBezTo>
                    <a:pt x="1674" y="2226"/>
                    <a:pt x="2135" y="1829"/>
                    <a:pt x="2215" y="1297"/>
                  </a:cubicBezTo>
                  <a:lnTo>
                    <a:pt x="25671" y="1297"/>
                  </a:lnTo>
                  <a:lnTo>
                    <a:pt x="25671" y="14856"/>
                  </a:lnTo>
                  <a:lnTo>
                    <a:pt x="94034" y="14856"/>
                  </a:lnTo>
                  <a:lnTo>
                    <a:pt x="94034" y="3870"/>
                  </a:lnTo>
                  <a:lnTo>
                    <a:pt x="130182" y="3870"/>
                  </a:lnTo>
                  <a:lnTo>
                    <a:pt x="130182" y="3338"/>
                  </a:lnTo>
                  <a:lnTo>
                    <a:pt x="93503" y="3338"/>
                  </a:lnTo>
                  <a:lnTo>
                    <a:pt x="93503" y="14327"/>
                  </a:lnTo>
                  <a:lnTo>
                    <a:pt x="26203" y="14327"/>
                  </a:lnTo>
                  <a:lnTo>
                    <a:pt x="26203" y="755"/>
                  </a:lnTo>
                  <a:lnTo>
                    <a:pt x="2176" y="755"/>
                  </a:lnTo>
                  <a:cubicBezTo>
                    <a:pt x="2022" y="317"/>
                    <a:pt x="1613" y="0"/>
                    <a:pt x="112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" name="Google Shape;32;p4"/>
          <p:cNvGrpSpPr/>
          <p:nvPr/>
        </p:nvGrpSpPr>
        <p:grpSpPr>
          <a:xfrm>
            <a:off x="141800" y="-71887"/>
            <a:ext cx="493775" cy="1903625"/>
            <a:chOff x="4419075" y="-2183412"/>
            <a:chExt cx="493775" cy="1903625"/>
          </a:xfrm>
        </p:grpSpPr>
        <p:sp>
          <p:nvSpPr>
            <p:cNvPr id="33" name="Google Shape;33;p4"/>
            <p:cNvSpPr/>
            <p:nvPr/>
          </p:nvSpPr>
          <p:spPr>
            <a:xfrm>
              <a:off x="4434950" y="-2183412"/>
              <a:ext cx="341575" cy="1817075"/>
            </a:xfrm>
            <a:custGeom>
              <a:avLst/>
              <a:gdLst/>
              <a:ahLst/>
              <a:cxnLst/>
              <a:rect l="l" t="t" r="r" b="b"/>
              <a:pathLst>
                <a:path w="13663" h="72683" extrusionOk="0">
                  <a:moveTo>
                    <a:pt x="0" y="1"/>
                  </a:moveTo>
                  <a:lnTo>
                    <a:pt x="0" y="23495"/>
                  </a:lnTo>
                  <a:lnTo>
                    <a:pt x="13212" y="23495"/>
                  </a:lnTo>
                  <a:lnTo>
                    <a:pt x="13212" y="72682"/>
                  </a:lnTo>
                  <a:lnTo>
                    <a:pt x="13663" y="72682"/>
                  </a:lnTo>
                  <a:lnTo>
                    <a:pt x="13663" y="23047"/>
                  </a:lnTo>
                  <a:lnTo>
                    <a:pt x="449" y="23047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4419075" y="-2089962"/>
              <a:ext cx="493775" cy="1810175"/>
            </a:xfrm>
            <a:custGeom>
              <a:avLst/>
              <a:gdLst/>
              <a:ahLst/>
              <a:cxnLst/>
              <a:rect l="l" t="t" r="r" b="b"/>
              <a:pathLst>
                <a:path w="19751" h="72407" extrusionOk="0">
                  <a:moveTo>
                    <a:pt x="19309" y="0"/>
                  </a:moveTo>
                  <a:lnTo>
                    <a:pt x="19309" y="55221"/>
                  </a:lnTo>
                  <a:lnTo>
                    <a:pt x="635" y="55221"/>
                  </a:lnTo>
                  <a:lnTo>
                    <a:pt x="635" y="70589"/>
                  </a:lnTo>
                  <a:cubicBezTo>
                    <a:pt x="268" y="70721"/>
                    <a:pt x="0" y="71059"/>
                    <a:pt x="0" y="71478"/>
                  </a:cubicBezTo>
                  <a:cubicBezTo>
                    <a:pt x="0" y="71988"/>
                    <a:pt x="420" y="72407"/>
                    <a:pt x="942" y="72407"/>
                  </a:cubicBezTo>
                  <a:cubicBezTo>
                    <a:pt x="1451" y="72407"/>
                    <a:pt x="1870" y="71988"/>
                    <a:pt x="1870" y="71478"/>
                  </a:cubicBezTo>
                  <a:cubicBezTo>
                    <a:pt x="1870" y="71008"/>
                    <a:pt x="1532" y="70620"/>
                    <a:pt x="1084" y="70559"/>
                  </a:cubicBezTo>
                  <a:lnTo>
                    <a:pt x="1084" y="55659"/>
                  </a:lnTo>
                  <a:lnTo>
                    <a:pt x="19750" y="55659"/>
                  </a:lnTo>
                  <a:lnTo>
                    <a:pt x="19750" y="0"/>
                  </a:lnTo>
                  <a:close/>
                </a:path>
              </a:pathLst>
            </a:custGeom>
            <a:solidFill>
              <a:srgbClr val="A0D4FC">
                <a:alpha val="569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35;p4"/>
          <p:cNvGrpSpPr/>
          <p:nvPr/>
        </p:nvGrpSpPr>
        <p:grpSpPr>
          <a:xfrm>
            <a:off x="8459190" y="2"/>
            <a:ext cx="684809" cy="997758"/>
            <a:chOff x="8147383" y="3824714"/>
            <a:chExt cx="452826" cy="659718"/>
          </a:xfrm>
        </p:grpSpPr>
        <p:sp>
          <p:nvSpPr>
            <p:cNvPr id="36" name="Google Shape;36;p4"/>
            <p:cNvSpPr/>
            <p:nvPr/>
          </p:nvSpPr>
          <p:spPr>
            <a:xfrm>
              <a:off x="8147383" y="4247433"/>
              <a:ext cx="237000" cy="237000"/>
            </a:xfrm>
            <a:prstGeom prst="plus">
              <a:avLst>
                <a:gd name="adj" fmla="val 32768"/>
              </a:avLst>
            </a:prstGeom>
            <a:solidFill>
              <a:srgbClr val="95E7D3">
                <a:alpha val="310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8258509" y="3824714"/>
              <a:ext cx="341700" cy="341700"/>
            </a:xfrm>
            <a:prstGeom prst="plus">
              <a:avLst>
                <a:gd name="adj" fmla="val 32768"/>
              </a:avLst>
            </a:prstGeom>
            <a:solidFill>
              <a:srgbClr val="95E7D3">
                <a:alpha val="550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38" name="Google Shape;38;p4"/>
          <p:cNvSpPr/>
          <p:nvPr/>
        </p:nvSpPr>
        <p:spPr>
          <a:xfrm>
            <a:off x="0" y="4214200"/>
            <a:ext cx="493800" cy="493800"/>
          </a:xfrm>
          <a:prstGeom prst="plus">
            <a:avLst>
              <a:gd name="adj" fmla="val 32768"/>
            </a:avLst>
          </a:prstGeom>
          <a:solidFill>
            <a:srgbClr val="95E7D3">
              <a:alpha val="55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5"/>
          <p:cNvPicPr preferRelativeResize="0"/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8199"/>
            <a:ext cx="9144001" cy="5127121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ubTitle" idx="1"/>
          </p:nvPr>
        </p:nvSpPr>
        <p:spPr>
          <a:xfrm>
            <a:off x="4975738" y="3042938"/>
            <a:ext cx="3087300" cy="128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2"/>
          </p:nvPr>
        </p:nvSpPr>
        <p:spPr>
          <a:xfrm>
            <a:off x="1080963" y="2368988"/>
            <a:ext cx="3162900" cy="128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ubTitle" idx="3"/>
          </p:nvPr>
        </p:nvSpPr>
        <p:spPr>
          <a:xfrm>
            <a:off x="1080963" y="2016213"/>
            <a:ext cx="3162900" cy="41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accent6"/>
                </a:solidFill>
                <a:latin typeface="Krub Medium"/>
                <a:ea typeface="Krub Medium"/>
                <a:cs typeface="Krub Medium"/>
                <a:sym typeface="Krub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4"/>
          </p:nvPr>
        </p:nvSpPr>
        <p:spPr>
          <a:xfrm>
            <a:off x="4975738" y="2690163"/>
            <a:ext cx="3087300" cy="41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accent6"/>
                </a:solidFill>
                <a:latin typeface="Krub Medium"/>
                <a:ea typeface="Krub Medium"/>
                <a:cs typeface="Krub Medium"/>
                <a:sym typeface="Krub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46" name="Google Shape;46;p5"/>
          <p:cNvGrpSpPr/>
          <p:nvPr/>
        </p:nvGrpSpPr>
        <p:grpSpPr>
          <a:xfrm>
            <a:off x="-96122" y="4264691"/>
            <a:ext cx="2758922" cy="602456"/>
            <a:chOff x="790925" y="-2575034"/>
            <a:chExt cx="2345025" cy="512075"/>
          </a:xfrm>
        </p:grpSpPr>
        <p:sp>
          <p:nvSpPr>
            <p:cNvPr id="47" name="Google Shape;47;p5"/>
            <p:cNvSpPr/>
            <p:nvPr/>
          </p:nvSpPr>
          <p:spPr>
            <a:xfrm>
              <a:off x="855500" y="-2575034"/>
              <a:ext cx="1809675" cy="512075"/>
            </a:xfrm>
            <a:custGeom>
              <a:avLst/>
              <a:gdLst/>
              <a:ahLst/>
              <a:cxnLst/>
              <a:rect l="l" t="t" r="r" b="b"/>
              <a:pathLst>
                <a:path w="72387" h="20483" extrusionOk="0">
                  <a:moveTo>
                    <a:pt x="1" y="0"/>
                  </a:moveTo>
                  <a:lnTo>
                    <a:pt x="1" y="571"/>
                  </a:lnTo>
                  <a:lnTo>
                    <a:pt x="40498" y="571"/>
                  </a:lnTo>
                  <a:lnTo>
                    <a:pt x="40498" y="20483"/>
                  </a:lnTo>
                  <a:lnTo>
                    <a:pt x="71538" y="20483"/>
                  </a:lnTo>
                  <a:lnTo>
                    <a:pt x="71538" y="2502"/>
                  </a:lnTo>
                  <a:cubicBezTo>
                    <a:pt x="72028" y="2358"/>
                    <a:pt x="72386" y="1899"/>
                    <a:pt x="72386" y="1367"/>
                  </a:cubicBezTo>
                  <a:cubicBezTo>
                    <a:pt x="72386" y="703"/>
                    <a:pt x="71857" y="162"/>
                    <a:pt x="71193" y="162"/>
                  </a:cubicBezTo>
                  <a:cubicBezTo>
                    <a:pt x="70529" y="162"/>
                    <a:pt x="69997" y="703"/>
                    <a:pt x="69997" y="1367"/>
                  </a:cubicBezTo>
                  <a:cubicBezTo>
                    <a:pt x="69997" y="1951"/>
                    <a:pt x="70416" y="2429"/>
                    <a:pt x="70967" y="2541"/>
                  </a:cubicBezTo>
                  <a:lnTo>
                    <a:pt x="70967" y="19902"/>
                  </a:lnTo>
                  <a:lnTo>
                    <a:pt x="41069" y="19902"/>
                  </a:lnTo>
                  <a:lnTo>
                    <a:pt x="41069" y="0"/>
                  </a:lnTo>
                  <a:close/>
                </a:path>
              </a:pathLst>
            </a:custGeom>
            <a:solidFill>
              <a:srgbClr val="A0D4FC">
                <a:alpha val="569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5"/>
            <p:cNvSpPr/>
            <p:nvPr/>
          </p:nvSpPr>
          <p:spPr>
            <a:xfrm>
              <a:off x="790925" y="-2429775"/>
              <a:ext cx="2345025" cy="221550"/>
            </a:xfrm>
            <a:custGeom>
              <a:avLst/>
              <a:gdLst/>
              <a:ahLst/>
              <a:cxnLst/>
              <a:rect l="l" t="t" r="r" b="b"/>
              <a:pathLst>
                <a:path w="93801" h="8862" extrusionOk="0">
                  <a:moveTo>
                    <a:pt x="54077" y="0"/>
                  </a:moveTo>
                  <a:lnTo>
                    <a:pt x="54077" y="8291"/>
                  </a:lnTo>
                  <a:lnTo>
                    <a:pt x="1" y="8291"/>
                  </a:lnTo>
                  <a:lnTo>
                    <a:pt x="1" y="8862"/>
                  </a:lnTo>
                  <a:lnTo>
                    <a:pt x="54651" y="8862"/>
                  </a:lnTo>
                  <a:lnTo>
                    <a:pt x="54651" y="571"/>
                  </a:lnTo>
                  <a:lnTo>
                    <a:pt x="80780" y="571"/>
                  </a:lnTo>
                  <a:lnTo>
                    <a:pt x="84466" y="4257"/>
                  </a:lnTo>
                  <a:lnTo>
                    <a:pt x="91001" y="4257"/>
                  </a:lnTo>
                  <a:cubicBezTo>
                    <a:pt x="91114" y="4931"/>
                    <a:pt x="91685" y="5441"/>
                    <a:pt x="92391" y="5441"/>
                  </a:cubicBezTo>
                  <a:cubicBezTo>
                    <a:pt x="93165" y="5441"/>
                    <a:pt x="93800" y="4809"/>
                    <a:pt x="93800" y="4032"/>
                  </a:cubicBezTo>
                  <a:cubicBezTo>
                    <a:pt x="93800" y="3247"/>
                    <a:pt x="93165" y="2613"/>
                    <a:pt x="92391" y="2613"/>
                  </a:cubicBezTo>
                  <a:cubicBezTo>
                    <a:pt x="91727" y="2613"/>
                    <a:pt x="91185" y="3073"/>
                    <a:pt x="91021" y="3686"/>
                  </a:cubicBezTo>
                  <a:lnTo>
                    <a:pt x="84711" y="3686"/>
                  </a:lnTo>
                  <a:lnTo>
                    <a:pt x="8102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" name="Google Shape;49;p5"/>
          <p:cNvGrpSpPr/>
          <p:nvPr/>
        </p:nvGrpSpPr>
        <p:grpSpPr>
          <a:xfrm>
            <a:off x="-81" y="7368"/>
            <a:ext cx="1165751" cy="935946"/>
            <a:chOff x="7745496" y="4083492"/>
            <a:chExt cx="595804" cy="478329"/>
          </a:xfrm>
        </p:grpSpPr>
        <p:sp>
          <p:nvSpPr>
            <p:cNvPr id="50" name="Google Shape;50;p5"/>
            <p:cNvSpPr/>
            <p:nvPr/>
          </p:nvSpPr>
          <p:spPr>
            <a:xfrm>
              <a:off x="7745496" y="4220121"/>
              <a:ext cx="341700" cy="341700"/>
            </a:xfrm>
            <a:prstGeom prst="plus">
              <a:avLst>
                <a:gd name="adj" fmla="val 32768"/>
              </a:avLst>
            </a:prstGeom>
            <a:solidFill>
              <a:srgbClr val="95E7D3">
                <a:alpha val="310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1" name="Google Shape;51;p5"/>
            <p:cNvSpPr/>
            <p:nvPr/>
          </p:nvSpPr>
          <p:spPr>
            <a:xfrm>
              <a:off x="8087200" y="4083492"/>
              <a:ext cx="254100" cy="254100"/>
            </a:xfrm>
            <a:prstGeom prst="plus">
              <a:avLst>
                <a:gd name="adj" fmla="val 32768"/>
              </a:avLst>
            </a:prstGeom>
            <a:solidFill>
              <a:srgbClr val="96E5D2">
                <a:alpha val="557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52" name="Google Shape;52;p5"/>
          <p:cNvSpPr/>
          <p:nvPr/>
        </p:nvSpPr>
        <p:spPr>
          <a:xfrm>
            <a:off x="4005820" y="4608499"/>
            <a:ext cx="298500" cy="298500"/>
          </a:xfrm>
          <a:prstGeom prst="plus">
            <a:avLst>
              <a:gd name="adj" fmla="val 32768"/>
            </a:avLst>
          </a:prstGeom>
          <a:solidFill>
            <a:srgbClr val="95E7D3">
              <a:alpha val="3100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8498401" y="4164775"/>
            <a:ext cx="645600" cy="645600"/>
          </a:xfrm>
          <a:prstGeom prst="plus">
            <a:avLst>
              <a:gd name="adj" fmla="val 32768"/>
            </a:avLst>
          </a:prstGeom>
          <a:solidFill>
            <a:srgbClr val="95E7D3">
              <a:alpha val="696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7"/>
          <p:cNvPicPr preferRelativeResize="0"/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8199"/>
            <a:ext cx="9144001" cy="512712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4693000" y="1428700"/>
            <a:ext cx="3735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4693000" y="2169650"/>
            <a:ext cx="3735900" cy="185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68" name="Google Shape;68;p7"/>
          <p:cNvSpPr>
            <a:spLocks noGrp="1"/>
          </p:cNvSpPr>
          <p:nvPr>
            <p:ph type="pic" idx="2"/>
          </p:nvPr>
        </p:nvSpPr>
        <p:spPr>
          <a:xfrm>
            <a:off x="715100" y="535000"/>
            <a:ext cx="1697100" cy="1924500"/>
          </a:xfrm>
          <a:prstGeom prst="snip2DiagRect">
            <a:avLst>
              <a:gd name="adj1" fmla="val 0"/>
              <a:gd name="adj2" fmla="val 8572"/>
            </a:avLst>
          </a:prstGeom>
          <a:noFill/>
          <a:ln>
            <a:noFill/>
          </a:ln>
        </p:spPr>
      </p:sp>
      <p:sp>
        <p:nvSpPr>
          <p:cNvPr id="69" name="Google Shape;69;p7"/>
          <p:cNvSpPr>
            <a:spLocks noGrp="1"/>
          </p:cNvSpPr>
          <p:nvPr>
            <p:ph type="pic" idx="3"/>
          </p:nvPr>
        </p:nvSpPr>
        <p:spPr>
          <a:xfrm>
            <a:off x="715100" y="2683886"/>
            <a:ext cx="3588000" cy="1924500"/>
          </a:xfrm>
          <a:prstGeom prst="snip2DiagRect">
            <a:avLst>
              <a:gd name="adj1" fmla="val 0"/>
              <a:gd name="adj2" fmla="val 8572"/>
            </a:avLst>
          </a:prstGeom>
          <a:noFill/>
          <a:ln>
            <a:noFill/>
          </a:ln>
        </p:spPr>
      </p:sp>
      <p:sp>
        <p:nvSpPr>
          <p:cNvPr id="70" name="Google Shape;70;p7"/>
          <p:cNvSpPr>
            <a:spLocks noGrp="1"/>
          </p:cNvSpPr>
          <p:nvPr>
            <p:ph type="pic" idx="4"/>
          </p:nvPr>
        </p:nvSpPr>
        <p:spPr>
          <a:xfrm>
            <a:off x="2605922" y="535000"/>
            <a:ext cx="1697100" cy="1924500"/>
          </a:xfrm>
          <a:prstGeom prst="snip2DiagRect">
            <a:avLst>
              <a:gd name="adj1" fmla="val 0"/>
              <a:gd name="adj2" fmla="val 8572"/>
            </a:avLst>
          </a:prstGeom>
          <a:noFill/>
          <a:ln>
            <a:noFill/>
          </a:ln>
        </p:spPr>
      </p:sp>
      <p:grpSp>
        <p:nvGrpSpPr>
          <p:cNvPr id="71" name="Google Shape;71;p7"/>
          <p:cNvGrpSpPr/>
          <p:nvPr/>
        </p:nvGrpSpPr>
        <p:grpSpPr>
          <a:xfrm>
            <a:off x="6433872" y="168135"/>
            <a:ext cx="2997348" cy="434677"/>
            <a:chOff x="3978825" y="-2820900"/>
            <a:chExt cx="2466750" cy="357700"/>
          </a:xfrm>
        </p:grpSpPr>
        <p:sp>
          <p:nvSpPr>
            <p:cNvPr id="72" name="Google Shape;72;p7"/>
            <p:cNvSpPr/>
            <p:nvPr/>
          </p:nvSpPr>
          <p:spPr>
            <a:xfrm>
              <a:off x="3978825" y="-2820900"/>
              <a:ext cx="2295750" cy="216550"/>
            </a:xfrm>
            <a:custGeom>
              <a:avLst/>
              <a:gdLst/>
              <a:ahLst/>
              <a:cxnLst/>
              <a:rect l="l" t="t" r="r" b="b"/>
              <a:pathLst>
                <a:path w="91830" h="8662" extrusionOk="0">
                  <a:moveTo>
                    <a:pt x="38444" y="0"/>
                  </a:moveTo>
                  <a:lnTo>
                    <a:pt x="38444" y="8097"/>
                  </a:lnTo>
                  <a:lnTo>
                    <a:pt x="12928" y="8097"/>
                  </a:lnTo>
                  <a:lnTo>
                    <a:pt x="9323" y="4495"/>
                  </a:lnTo>
                  <a:lnTo>
                    <a:pt x="3216" y="4495"/>
                  </a:lnTo>
                  <a:cubicBezTo>
                    <a:pt x="3093" y="3728"/>
                    <a:pt x="2431" y="3125"/>
                    <a:pt x="1623" y="3125"/>
                  </a:cubicBezTo>
                  <a:cubicBezTo>
                    <a:pt x="726" y="3125"/>
                    <a:pt x="0" y="3850"/>
                    <a:pt x="0" y="4750"/>
                  </a:cubicBezTo>
                  <a:cubicBezTo>
                    <a:pt x="0" y="5647"/>
                    <a:pt x="726" y="6372"/>
                    <a:pt x="1623" y="6372"/>
                  </a:cubicBezTo>
                  <a:cubicBezTo>
                    <a:pt x="2409" y="6372"/>
                    <a:pt x="3064" y="5801"/>
                    <a:pt x="3206" y="5056"/>
                  </a:cubicBezTo>
                  <a:lnTo>
                    <a:pt x="9097" y="5056"/>
                  </a:lnTo>
                  <a:lnTo>
                    <a:pt x="12692" y="8661"/>
                  </a:lnTo>
                  <a:lnTo>
                    <a:pt x="39008" y="8661"/>
                  </a:lnTo>
                  <a:lnTo>
                    <a:pt x="39008" y="562"/>
                  </a:lnTo>
                  <a:lnTo>
                    <a:pt x="91829" y="562"/>
                  </a:lnTo>
                  <a:lnTo>
                    <a:pt x="9182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7"/>
            <p:cNvSpPr/>
            <p:nvPr/>
          </p:nvSpPr>
          <p:spPr>
            <a:xfrm>
              <a:off x="4017350" y="-2745600"/>
              <a:ext cx="2428225" cy="282400"/>
            </a:xfrm>
            <a:custGeom>
              <a:avLst/>
              <a:gdLst/>
              <a:ahLst/>
              <a:cxnLst/>
              <a:rect l="l" t="t" r="r" b="b"/>
              <a:pathLst>
                <a:path w="97129" h="11296" extrusionOk="0">
                  <a:moveTo>
                    <a:pt x="22424" y="0"/>
                  </a:moveTo>
                  <a:lnTo>
                    <a:pt x="18677" y="9609"/>
                  </a:lnTo>
                  <a:lnTo>
                    <a:pt x="2645" y="9609"/>
                  </a:lnTo>
                  <a:cubicBezTo>
                    <a:pt x="2493" y="9028"/>
                    <a:pt x="1971" y="8600"/>
                    <a:pt x="1349" y="8600"/>
                  </a:cubicBezTo>
                  <a:cubicBezTo>
                    <a:pt x="604" y="8600"/>
                    <a:pt x="1" y="9202"/>
                    <a:pt x="1" y="9947"/>
                  </a:cubicBezTo>
                  <a:cubicBezTo>
                    <a:pt x="1" y="10692"/>
                    <a:pt x="604" y="11295"/>
                    <a:pt x="1349" y="11295"/>
                  </a:cubicBezTo>
                  <a:cubicBezTo>
                    <a:pt x="2013" y="11295"/>
                    <a:pt x="2564" y="10795"/>
                    <a:pt x="2667" y="10161"/>
                  </a:cubicBezTo>
                  <a:lnTo>
                    <a:pt x="19045" y="10161"/>
                  </a:lnTo>
                  <a:lnTo>
                    <a:pt x="22802" y="552"/>
                  </a:lnTo>
                  <a:lnTo>
                    <a:pt x="58359" y="552"/>
                  </a:lnTo>
                  <a:lnTo>
                    <a:pt x="63983" y="6056"/>
                  </a:lnTo>
                  <a:lnTo>
                    <a:pt x="97128" y="6056"/>
                  </a:lnTo>
                  <a:lnTo>
                    <a:pt x="97128" y="5514"/>
                  </a:lnTo>
                  <a:lnTo>
                    <a:pt x="64198" y="5514"/>
                  </a:lnTo>
                  <a:lnTo>
                    <a:pt x="58582" y="0"/>
                  </a:lnTo>
                  <a:close/>
                </a:path>
              </a:pathLst>
            </a:custGeom>
            <a:solidFill>
              <a:srgbClr val="A0D4FC">
                <a:alpha val="569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" name="Google Shape;74;p7"/>
          <p:cNvGrpSpPr/>
          <p:nvPr/>
        </p:nvGrpSpPr>
        <p:grpSpPr>
          <a:xfrm>
            <a:off x="0" y="3848311"/>
            <a:ext cx="1010944" cy="1295191"/>
            <a:chOff x="7745502" y="3705440"/>
            <a:chExt cx="668481" cy="856381"/>
          </a:xfrm>
        </p:grpSpPr>
        <p:sp>
          <p:nvSpPr>
            <p:cNvPr id="75" name="Google Shape;75;p7"/>
            <p:cNvSpPr/>
            <p:nvPr/>
          </p:nvSpPr>
          <p:spPr>
            <a:xfrm>
              <a:off x="8072283" y="4220121"/>
              <a:ext cx="341700" cy="341700"/>
            </a:xfrm>
            <a:prstGeom prst="plus">
              <a:avLst>
                <a:gd name="adj" fmla="val 32768"/>
              </a:avLst>
            </a:prstGeom>
            <a:solidFill>
              <a:srgbClr val="95E7D3">
                <a:alpha val="310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6" name="Google Shape;76;p7"/>
            <p:cNvSpPr/>
            <p:nvPr/>
          </p:nvSpPr>
          <p:spPr>
            <a:xfrm>
              <a:off x="7745502" y="3705440"/>
              <a:ext cx="439800" cy="439800"/>
            </a:xfrm>
            <a:prstGeom prst="plus">
              <a:avLst>
                <a:gd name="adj" fmla="val 32768"/>
              </a:avLst>
            </a:prstGeom>
            <a:solidFill>
              <a:srgbClr val="95E7D3">
                <a:alpha val="550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77" name="Google Shape;77;p7"/>
          <p:cNvSpPr/>
          <p:nvPr/>
        </p:nvSpPr>
        <p:spPr>
          <a:xfrm>
            <a:off x="7775201" y="4608375"/>
            <a:ext cx="540300" cy="540300"/>
          </a:xfrm>
          <a:prstGeom prst="plus">
            <a:avLst>
              <a:gd name="adj" fmla="val 32768"/>
            </a:avLst>
          </a:prstGeom>
          <a:solidFill>
            <a:srgbClr val="95E7D3">
              <a:alpha val="696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9"/>
          <p:cNvPicPr preferRelativeResize="0"/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8199"/>
            <a:ext cx="9144001" cy="5127121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9"/>
          <p:cNvSpPr txBox="1">
            <a:spLocks noGrp="1"/>
          </p:cNvSpPr>
          <p:nvPr>
            <p:ph type="title" hasCustomPrompt="1"/>
          </p:nvPr>
        </p:nvSpPr>
        <p:spPr>
          <a:xfrm>
            <a:off x="1387125" y="1979775"/>
            <a:ext cx="2896800" cy="11838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7200">
                <a:solidFill>
                  <a:schemeClr val="dk2"/>
                </a:solidFill>
                <a:latin typeface="Krub Light"/>
                <a:ea typeface="Krub Light"/>
                <a:cs typeface="Krub Light"/>
                <a:sym typeface="Krub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5" name="Google Shape;85;p9"/>
          <p:cNvSpPr txBox="1">
            <a:spLocks noGrp="1"/>
          </p:cNvSpPr>
          <p:nvPr>
            <p:ph type="subTitle" idx="1"/>
          </p:nvPr>
        </p:nvSpPr>
        <p:spPr>
          <a:xfrm>
            <a:off x="4539650" y="2011125"/>
            <a:ext cx="3217200" cy="11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86" name="Google Shape;86;p9"/>
          <p:cNvGrpSpPr/>
          <p:nvPr/>
        </p:nvGrpSpPr>
        <p:grpSpPr>
          <a:xfrm flipH="1">
            <a:off x="6352757" y="3796366"/>
            <a:ext cx="3217140" cy="904562"/>
            <a:chOff x="790925" y="-2867575"/>
            <a:chExt cx="2345025" cy="659350"/>
          </a:xfrm>
        </p:grpSpPr>
        <p:sp>
          <p:nvSpPr>
            <p:cNvPr id="87" name="Google Shape;87;p9"/>
            <p:cNvSpPr/>
            <p:nvPr/>
          </p:nvSpPr>
          <p:spPr>
            <a:xfrm>
              <a:off x="855500" y="-2867575"/>
              <a:ext cx="1809675" cy="512075"/>
            </a:xfrm>
            <a:custGeom>
              <a:avLst/>
              <a:gdLst/>
              <a:ahLst/>
              <a:cxnLst/>
              <a:rect l="l" t="t" r="r" b="b"/>
              <a:pathLst>
                <a:path w="72387" h="20483" extrusionOk="0">
                  <a:moveTo>
                    <a:pt x="1" y="0"/>
                  </a:moveTo>
                  <a:lnTo>
                    <a:pt x="1" y="571"/>
                  </a:lnTo>
                  <a:lnTo>
                    <a:pt x="40498" y="571"/>
                  </a:lnTo>
                  <a:lnTo>
                    <a:pt x="40498" y="20483"/>
                  </a:lnTo>
                  <a:lnTo>
                    <a:pt x="71538" y="20483"/>
                  </a:lnTo>
                  <a:lnTo>
                    <a:pt x="71538" y="2502"/>
                  </a:lnTo>
                  <a:cubicBezTo>
                    <a:pt x="72028" y="2358"/>
                    <a:pt x="72386" y="1899"/>
                    <a:pt x="72386" y="1367"/>
                  </a:cubicBezTo>
                  <a:cubicBezTo>
                    <a:pt x="72386" y="703"/>
                    <a:pt x="71857" y="162"/>
                    <a:pt x="71193" y="162"/>
                  </a:cubicBezTo>
                  <a:cubicBezTo>
                    <a:pt x="70529" y="162"/>
                    <a:pt x="69997" y="703"/>
                    <a:pt x="69997" y="1367"/>
                  </a:cubicBezTo>
                  <a:cubicBezTo>
                    <a:pt x="69997" y="1951"/>
                    <a:pt x="70416" y="2429"/>
                    <a:pt x="70967" y="2541"/>
                  </a:cubicBezTo>
                  <a:lnTo>
                    <a:pt x="70967" y="19902"/>
                  </a:lnTo>
                  <a:lnTo>
                    <a:pt x="41069" y="19902"/>
                  </a:lnTo>
                  <a:lnTo>
                    <a:pt x="41069" y="0"/>
                  </a:lnTo>
                  <a:close/>
                </a:path>
              </a:pathLst>
            </a:custGeom>
            <a:solidFill>
              <a:srgbClr val="A0D4FC">
                <a:alpha val="569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9"/>
            <p:cNvSpPr/>
            <p:nvPr/>
          </p:nvSpPr>
          <p:spPr>
            <a:xfrm>
              <a:off x="790925" y="-2429775"/>
              <a:ext cx="2345025" cy="221550"/>
            </a:xfrm>
            <a:custGeom>
              <a:avLst/>
              <a:gdLst/>
              <a:ahLst/>
              <a:cxnLst/>
              <a:rect l="l" t="t" r="r" b="b"/>
              <a:pathLst>
                <a:path w="93801" h="8862" extrusionOk="0">
                  <a:moveTo>
                    <a:pt x="54077" y="0"/>
                  </a:moveTo>
                  <a:lnTo>
                    <a:pt x="54077" y="8291"/>
                  </a:lnTo>
                  <a:lnTo>
                    <a:pt x="1" y="8291"/>
                  </a:lnTo>
                  <a:lnTo>
                    <a:pt x="1" y="8862"/>
                  </a:lnTo>
                  <a:lnTo>
                    <a:pt x="54651" y="8862"/>
                  </a:lnTo>
                  <a:lnTo>
                    <a:pt x="54651" y="571"/>
                  </a:lnTo>
                  <a:lnTo>
                    <a:pt x="80780" y="571"/>
                  </a:lnTo>
                  <a:lnTo>
                    <a:pt x="84466" y="4257"/>
                  </a:lnTo>
                  <a:lnTo>
                    <a:pt x="91001" y="4257"/>
                  </a:lnTo>
                  <a:cubicBezTo>
                    <a:pt x="91114" y="4931"/>
                    <a:pt x="91685" y="5441"/>
                    <a:pt x="92391" y="5441"/>
                  </a:cubicBezTo>
                  <a:cubicBezTo>
                    <a:pt x="93165" y="5441"/>
                    <a:pt x="93800" y="4809"/>
                    <a:pt x="93800" y="4032"/>
                  </a:cubicBezTo>
                  <a:cubicBezTo>
                    <a:pt x="93800" y="3247"/>
                    <a:pt x="93165" y="2613"/>
                    <a:pt x="92391" y="2613"/>
                  </a:cubicBezTo>
                  <a:cubicBezTo>
                    <a:pt x="91727" y="2613"/>
                    <a:pt x="91185" y="3073"/>
                    <a:pt x="91021" y="3686"/>
                  </a:cubicBezTo>
                  <a:lnTo>
                    <a:pt x="84711" y="3686"/>
                  </a:lnTo>
                  <a:lnTo>
                    <a:pt x="8102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" name="Google Shape;89;p9"/>
          <p:cNvGrpSpPr/>
          <p:nvPr/>
        </p:nvGrpSpPr>
        <p:grpSpPr>
          <a:xfrm rot="-5400000" flipH="1">
            <a:off x="-918588" y="869207"/>
            <a:ext cx="2805672" cy="461682"/>
            <a:chOff x="-78542" y="4269447"/>
            <a:chExt cx="3892442" cy="640513"/>
          </a:xfrm>
        </p:grpSpPr>
        <p:sp>
          <p:nvSpPr>
            <p:cNvPr id="90" name="Google Shape;90;p9"/>
            <p:cNvSpPr/>
            <p:nvPr/>
          </p:nvSpPr>
          <p:spPr>
            <a:xfrm flipH="1">
              <a:off x="-26956" y="4269447"/>
              <a:ext cx="3498330" cy="508988"/>
            </a:xfrm>
            <a:custGeom>
              <a:avLst/>
              <a:gdLst/>
              <a:ahLst/>
              <a:cxnLst/>
              <a:rect l="l" t="t" r="r" b="b"/>
              <a:pathLst>
                <a:path w="117001" h="17023" extrusionOk="0">
                  <a:moveTo>
                    <a:pt x="99111" y="0"/>
                  </a:moveTo>
                  <a:lnTo>
                    <a:pt x="99111" y="16481"/>
                  </a:lnTo>
                  <a:lnTo>
                    <a:pt x="1" y="16481"/>
                  </a:lnTo>
                  <a:lnTo>
                    <a:pt x="1" y="17022"/>
                  </a:lnTo>
                  <a:lnTo>
                    <a:pt x="99640" y="17022"/>
                  </a:lnTo>
                  <a:lnTo>
                    <a:pt x="99640" y="529"/>
                  </a:lnTo>
                  <a:lnTo>
                    <a:pt x="117001" y="529"/>
                  </a:lnTo>
                  <a:lnTo>
                    <a:pt x="117001" y="0"/>
                  </a:lnTo>
                  <a:close/>
                </a:path>
              </a:pathLst>
            </a:custGeom>
            <a:solidFill>
              <a:srgbClr val="A0D4FC">
                <a:alpha val="569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9"/>
            <p:cNvSpPr/>
            <p:nvPr/>
          </p:nvSpPr>
          <p:spPr>
            <a:xfrm flipH="1">
              <a:off x="-78542" y="4465736"/>
              <a:ext cx="3892442" cy="444224"/>
            </a:xfrm>
            <a:custGeom>
              <a:avLst/>
              <a:gdLst/>
              <a:ahLst/>
              <a:cxnLst/>
              <a:rect l="l" t="t" r="r" b="b"/>
              <a:pathLst>
                <a:path w="130182" h="14857" extrusionOk="0">
                  <a:moveTo>
                    <a:pt x="1122" y="0"/>
                  </a:moveTo>
                  <a:cubicBezTo>
                    <a:pt x="500" y="0"/>
                    <a:pt x="0" y="500"/>
                    <a:pt x="0" y="1113"/>
                  </a:cubicBezTo>
                  <a:cubicBezTo>
                    <a:pt x="0" y="1726"/>
                    <a:pt x="500" y="2226"/>
                    <a:pt x="1122" y="2226"/>
                  </a:cubicBezTo>
                  <a:cubicBezTo>
                    <a:pt x="1674" y="2226"/>
                    <a:pt x="2135" y="1829"/>
                    <a:pt x="2215" y="1297"/>
                  </a:cubicBezTo>
                  <a:lnTo>
                    <a:pt x="25671" y="1297"/>
                  </a:lnTo>
                  <a:lnTo>
                    <a:pt x="25671" y="14856"/>
                  </a:lnTo>
                  <a:lnTo>
                    <a:pt x="94034" y="14856"/>
                  </a:lnTo>
                  <a:lnTo>
                    <a:pt x="94034" y="3870"/>
                  </a:lnTo>
                  <a:lnTo>
                    <a:pt x="130182" y="3870"/>
                  </a:lnTo>
                  <a:lnTo>
                    <a:pt x="130182" y="3338"/>
                  </a:lnTo>
                  <a:lnTo>
                    <a:pt x="93503" y="3338"/>
                  </a:lnTo>
                  <a:lnTo>
                    <a:pt x="93503" y="14327"/>
                  </a:lnTo>
                  <a:lnTo>
                    <a:pt x="26203" y="14327"/>
                  </a:lnTo>
                  <a:lnTo>
                    <a:pt x="26203" y="755"/>
                  </a:lnTo>
                  <a:lnTo>
                    <a:pt x="2176" y="755"/>
                  </a:lnTo>
                  <a:cubicBezTo>
                    <a:pt x="2022" y="317"/>
                    <a:pt x="1613" y="0"/>
                    <a:pt x="112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" name="Google Shape;92;p9"/>
          <p:cNvSpPr/>
          <p:nvPr/>
        </p:nvSpPr>
        <p:spPr>
          <a:xfrm>
            <a:off x="8243105" y="-2"/>
            <a:ext cx="900900" cy="900900"/>
          </a:xfrm>
          <a:prstGeom prst="plus">
            <a:avLst>
              <a:gd name="adj" fmla="val 32768"/>
            </a:avLst>
          </a:prstGeom>
          <a:solidFill>
            <a:srgbClr val="95E7D3">
              <a:alpha val="3100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1"/>
          <p:cNvPicPr preferRelativeResize="0"/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8199"/>
            <a:ext cx="9144001" cy="512712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1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573974"/>
            <a:ext cx="734700" cy="4500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dk2"/>
                </a:solidFill>
                <a:latin typeface="Krub Light"/>
                <a:ea typeface="Krub Light"/>
                <a:cs typeface="Krub Light"/>
                <a:sym typeface="Krub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" name="Google Shape;98;p11"/>
          <p:cNvSpPr txBox="1">
            <a:spLocks noGrp="1"/>
          </p:cNvSpPr>
          <p:nvPr>
            <p:ph type="subTitle" idx="1"/>
          </p:nvPr>
        </p:nvSpPr>
        <p:spPr>
          <a:xfrm>
            <a:off x="1562550" y="1573975"/>
            <a:ext cx="2669700" cy="4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accent6"/>
                </a:solidFill>
                <a:latin typeface="Krub Medium"/>
                <a:ea typeface="Krub Medium"/>
                <a:cs typeface="Krub Medium"/>
                <a:sym typeface="Krub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9" name="Google Shape;99;p11"/>
          <p:cNvSpPr txBox="1">
            <a:spLocks noGrp="1"/>
          </p:cNvSpPr>
          <p:nvPr>
            <p:ph type="title" idx="3" hasCustomPrompt="1"/>
          </p:nvPr>
        </p:nvSpPr>
        <p:spPr>
          <a:xfrm>
            <a:off x="720000" y="2463574"/>
            <a:ext cx="734700" cy="4500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dk2"/>
                </a:solidFill>
                <a:latin typeface="Krub Light"/>
                <a:ea typeface="Krub Light"/>
                <a:cs typeface="Krub Light"/>
                <a:sym typeface="Krub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0" name="Google Shape;100;p11"/>
          <p:cNvSpPr txBox="1">
            <a:spLocks noGrp="1"/>
          </p:cNvSpPr>
          <p:nvPr>
            <p:ph type="subTitle" idx="4"/>
          </p:nvPr>
        </p:nvSpPr>
        <p:spPr>
          <a:xfrm>
            <a:off x="1562550" y="2463575"/>
            <a:ext cx="2669700" cy="4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accent6"/>
                </a:solidFill>
                <a:latin typeface="Krub Medium"/>
                <a:ea typeface="Krub Medium"/>
                <a:cs typeface="Krub Medium"/>
                <a:sym typeface="Krub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1" name="Google Shape;101;p11"/>
          <p:cNvSpPr txBox="1">
            <a:spLocks noGrp="1"/>
          </p:cNvSpPr>
          <p:nvPr>
            <p:ph type="title" idx="5" hasCustomPrompt="1"/>
          </p:nvPr>
        </p:nvSpPr>
        <p:spPr>
          <a:xfrm>
            <a:off x="720000" y="3353174"/>
            <a:ext cx="734700" cy="4500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dk2"/>
                </a:solidFill>
                <a:latin typeface="Krub Light"/>
                <a:ea typeface="Krub Light"/>
                <a:cs typeface="Krub Light"/>
                <a:sym typeface="Krub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2" name="Google Shape;102;p11"/>
          <p:cNvSpPr txBox="1">
            <a:spLocks noGrp="1"/>
          </p:cNvSpPr>
          <p:nvPr>
            <p:ph type="subTitle" idx="6"/>
          </p:nvPr>
        </p:nvSpPr>
        <p:spPr>
          <a:xfrm>
            <a:off x="1562550" y="3353175"/>
            <a:ext cx="2669700" cy="4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accent6"/>
                </a:solidFill>
                <a:latin typeface="Krub Medium"/>
                <a:ea typeface="Krub Medium"/>
                <a:cs typeface="Krub Medium"/>
                <a:sym typeface="Krub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3" name="Google Shape;103;p11"/>
          <p:cNvSpPr txBox="1">
            <a:spLocks noGrp="1"/>
          </p:cNvSpPr>
          <p:nvPr>
            <p:ph type="title" idx="7" hasCustomPrompt="1"/>
          </p:nvPr>
        </p:nvSpPr>
        <p:spPr>
          <a:xfrm>
            <a:off x="4700750" y="1573974"/>
            <a:ext cx="734700" cy="4500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dk2"/>
                </a:solidFill>
                <a:latin typeface="Krub Light"/>
                <a:ea typeface="Krub Light"/>
                <a:cs typeface="Krub Light"/>
                <a:sym typeface="Krub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4" name="Google Shape;104;p11"/>
          <p:cNvSpPr txBox="1">
            <a:spLocks noGrp="1"/>
          </p:cNvSpPr>
          <p:nvPr>
            <p:ph type="subTitle" idx="8"/>
          </p:nvPr>
        </p:nvSpPr>
        <p:spPr>
          <a:xfrm>
            <a:off x="5543300" y="1573975"/>
            <a:ext cx="2669700" cy="4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accent6"/>
                </a:solidFill>
                <a:latin typeface="Krub Medium"/>
                <a:ea typeface="Krub Medium"/>
                <a:cs typeface="Krub Medium"/>
                <a:sym typeface="Krub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5" name="Google Shape;105;p11"/>
          <p:cNvSpPr txBox="1">
            <a:spLocks noGrp="1"/>
          </p:cNvSpPr>
          <p:nvPr>
            <p:ph type="title" idx="9" hasCustomPrompt="1"/>
          </p:nvPr>
        </p:nvSpPr>
        <p:spPr>
          <a:xfrm>
            <a:off x="4700750" y="2463574"/>
            <a:ext cx="734700" cy="4500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dk2"/>
                </a:solidFill>
                <a:latin typeface="Krub Light"/>
                <a:ea typeface="Krub Light"/>
                <a:cs typeface="Krub Light"/>
                <a:sym typeface="Krub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6" name="Google Shape;106;p11"/>
          <p:cNvSpPr txBox="1">
            <a:spLocks noGrp="1"/>
          </p:cNvSpPr>
          <p:nvPr>
            <p:ph type="subTitle" idx="13"/>
          </p:nvPr>
        </p:nvSpPr>
        <p:spPr>
          <a:xfrm>
            <a:off x="5543300" y="2463575"/>
            <a:ext cx="2669700" cy="4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accent6"/>
                </a:solidFill>
                <a:latin typeface="Krub Medium"/>
                <a:ea typeface="Krub Medium"/>
                <a:cs typeface="Krub Medium"/>
                <a:sym typeface="Krub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07" name="Google Shape;107;p11"/>
          <p:cNvSpPr txBox="1">
            <a:spLocks noGrp="1"/>
          </p:cNvSpPr>
          <p:nvPr>
            <p:ph type="title" idx="14" hasCustomPrompt="1"/>
          </p:nvPr>
        </p:nvSpPr>
        <p:spPr>
          <a:xfrm>
            <a:off x="4700750" y="3353174"/>
            <a:ext cx="734700" cy="4500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dk2"/>
                </a:solidFill>
                <a:latin typeface="Krub Light"/>
                <a:ea typeface="Krub Light"/>
                <a:cs typeface="Krub Light"/>
                <a:sym typeface="Krub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8" name="Google Shape;108;p11"/>
          <p:cNvSpPr txBox="1">
            <a:spLocks noGrp="1"/>
          </p:cNvSpPr>
          <p:nvPr>
            <p:ph type="subTitle" idx="15"/>
          </p:nvPr>
        </p:nvSpPr>
        <p:spPr>
          <a:xfrm>
            <a:off x="5543300" y="3353175"/>
            <a:ext cx="2669700" cy="4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accent6"/>
                </a:solidFill>
                <a:latin typeface="Krub Medium"/>
                <a:ea typeface="Krub Medium"/>
                <a:cs typeface="Krub Medium"/>
                <a:sym typeface="Krub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109" name="Google Shape;109;p11"/>
          <p:cNvGrpSpPr/>
          <p:nvPr/>
        </p:nvGrpSpPr>
        <p:grpSpPr>
          <a:xfrm flipH="1">
            <a:off x="-218099" y="4456896"/>
            <a:ext cx="2843176" cy="412285"/>
            <a:chOff x="3978825" y="-2820900"/>
            <a:chExt cx="2466750" cy="357700"/>
          </a:xfrm>
        </p:grpSpPr>
        <p:sp>
          <p:nvSpPr>
            <p:cNvPr id="110" name="Google Shape;110;p11"/>
            <p:cNvSpPr/>
            <p:nvPr/>
          </p:nvSpPr>
          <p:spPr>
            <a:xfrm>
              <a:off x="3978825" y="-2820900"/>
              <a:ext cx="2295750" cy="216550"/>
            </a:xfrm>
            <a:custGeom>
              <a:avLst/>
              <a:gdLst/>
              <a:ahLst/>
              <a:cxnLst/>
              <a:rect l="l" t="t" r="r" b="b"/>
              <a:pathLst>
                <a:path w="91830" h="8662" extrusionOk="0">
                  <a:moveTo>
                    <a:pt x="38444" y="0"/>
                  </a:moveTo>
                  <a:lnTo>
                    <a:pt x="38444" y="8097"/>
                  </a:lnTo>
                  <a:lnTo>
                    <a:pt x="12928" y="8097"/>
                  </a:lnTo>
                  <a:lnTo>
                    <a:pt x="9323" y="4495"/>
                  </a:lnTo>
                  <a:lnTo>
                    <a:pt x="3216" y="4495"/>
                  </a:lnTo>
                  <a:cubicBezTo>
                    <a:pt x="3093" y="3728"/>
                    <a:pt x="2431" y="3125"/>
                    <a:pt x="1623" y="3125"/>
                  </a:cubicBezTo>
                  <a:cubicBezTo>
                    <a:pt x="726" y="3125"/>
                    <a:pt x="0" y="3850"/>
                    <a:pt x="0" y="4750"/>
                  </a:cubicBezTo>
                  <a:cubicBezTo>
                    <a:pt x="0" y="5647"/>
                    <a:pt x="726" y="6372"/>
                    <a:pt x="1623" y="6372"/>
                  </a:cubicBezTo>
                  <a:cubicBezTo>
                    <a:pt x="2409" y="6372"/>
                    <a:pt x="3064" y="5801"/>
                    <a:pt x="3206" y="5056"/>
                  </a:cubicBezTo>
                  <a:lnTo>
                    <a:pt x="9097" y="5056"/>
                  </a:lnTo>
                  <a:lnTo>
                    <a:pt x="12692" y="8661"/>
                  </a:lnTo>
                  <a:lnTo>
                    <a:pt x="39008" y="8661"/>
                  </a:lnTo>
                  <a:lnTo>
                    <a:pt x="39008" y="562"/>
                  </a:lnTo>
                  <a:lnTo>
                    <a:pt x="91829" y="562"/>
                  </a:lnTo>
                  <a:lnTo>
                    <a:pt x="9182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>
              <a:off x="4017350" y="-2745600"/>
              <a:ext cx="2428225" cy="282400"/>
            </a:xfrm>
            <a:custGeom>
              <a:avLst/>
              <a:gdLst/>
              <a:ahLst/>
              <a:cxnLst/>
              <a:rect l="l" t="t" r="r" b="b"/>
              <a:pathLst>
                <a:path w="97129" h="11296" extrusionOk="0">
                  <a:moveTo>
                    <a:pt x="22424" y="0"/>
                  </a:moveTo>
                  <a:lnTo>
                    <a:pt x="18677" y="9609"/>
                  </a:lnTo>
                  <a:lnTo>
                    <a:pt x="2645" y="9609"/>
                  </a:lnTo>
                  <a:cubicBezTo>
                    <a:pt x="2493" y="9028"/>
                    <a:pt x="1971" y="8600"/>
                    <a:pt x="1349" y="8600"/>
                  </a:cubicBezTo>
                  <a:cubicBezTo>
                    <a:pt x="604" y="8600"/>
                    <a:pt x="1" y="9202"/>
                    <a:pt x="1" y="9947"/>
                  </a:cubicBezTo>
                  <a:cubicBezTo>
                    <a:pt x="1" y="10692"/>
                    <a:pt x="604" y="11295"/>
                    <a:pt x="1349" y="11295"/>
                  </a:cubicBezTo>
                  <a:cubicBezTo>
                    <a:pt x="2013" y="11295"/>
                    <a:pt x="2564" y="10795"/>
                    <a:pt x="2667" y="10161"/>
                  </a:cubicBezTo>
                  <a:lnTo>
                    <a:pt x="19045" y="10161"/>
                  </a:lnTo>
                  <a:lnTo>
                    <a:pt x="22802" y="552"/>
                  </a:lnTo>
                  <a:lnTo>
                    <a:pt x="58359" y="552"/>
                  </a:lnTo>
                  <a:lnTo>
                    <a:pt x="63983" y="6056"/>
                  </a:lnTo>
                  <a:lnTo>
                    <a:pt x="97128" y="6056"/>
                  </a:lnTo>
                  <a:lnTo>
                    <a:pt x="97128" y="5514"/>
                  </a:lnTo>
                  <a:lnTo>
                    <a:pt x="64198" y="5514"/>
                  </a:lnTo>
                  <a:lnTo>
                    <a:pt x="58582" y="0"/>
                  </a:lnTo>
                  <a:close/>
                </a:path>
              </a:pathLst>
            </a:custGeom>
            <a:solidFill>
              <a:srgbClr val="A0D4FC">
                <a:alpha val="569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" name="Google Shape;112;p11"/>
          <p:cNvSpPr/>
          <p:nvPr/>
        </p:nvSpPr>
        <p:spPr>
          <a:xfrm>
            <a:off x="513717" y="-10"/>
            <a:ext cx="516900" cy="516900"/>
          </a:xfrm>
          <a:prstGeom prst="plus">
            <a:avLst>
              <a:gd name="adj" fmla="val 32768"/>
            </a:avLst>
          </a:prstGeom>
          <a:solidFill>
            <a:srgbClr val="95E7D3">
              <a:alpha val="3100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3" name="Google Shape;113;p11"/>
          <p:cNvSpPr/>
          <p:nvPr/>
        </p:nvSpPr>
        <p:spPr>
          <a:xfrm>
            <a:off x="8428889" y="4369453"/>
            <a:ext cx="384300" cy="384300"/>
          </a:xfrm>
          <a:prstGeom prst="plus">
            <a:avLst>
              <a:gd name="adj" fmla="val 32768"/>
            </a:avLst>
          </a:prstGeom>
          <a:solidFill>
            <a:srgbClr val="96E5D2">
              <a:alpha val="557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" name="Google Shape;114;p11"/>
          <p:cNvSpPr/>
          <p:nvPr/>
        </p:nvSpPr>
        <p:spPr>
          <a:xfrm>
            <a:off x="7759048" y="4570803"/>
            <a:ext cx="572700" cy="572700"/>
          </a:xfrm>
          <a:prstGeom prst="plus">
            <a:avLst>
              <a:gd name="adj" fmla="val 32768"/>
            </a:avLst>
          </a:prstGeom>
          <a:solidFill>
            <a:srgbClr val="95E7D3">
              <a:alpha val="696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5" name="Google Shape;115;p11"/>
          <p:cNvSpPr/>
          <p:nvPr/>
        </p:nvSpPr>
        <p:spPr>
          <a:xfrm>
            <a:off x="207722" y="865171"/>
            <a:ext cx="306000" cy="306000"/>
          </a:xfrm>
          <a:prstGeom prst="plus">
            <a:avLst>
              <a:gd name="adj" fmla="val 32768"/>
            </a:avLst>
          </a:prstGeom>
          <a:solidFill>
            <a:srgbClr val="6AD8CF">
              <a:alpha val="354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0"/>
          <p:cNvPicPr preferRelativeResize="0"/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8199"/>
            <a:ext cx="9144001" cy="5127121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20"/>
          <p:cNvSpPr txBox="1">
            <a:spLocks noGrp="1"/>
          </p:cNvSpPr>
          <p:nvPr>
            <p:ph type="subTitle" idx="1"/>
          </p:nvPr>
        </p:nvSpPr>
        <p:spPr>
          <a:xfrm>
            <a:off x="720000" y="2304925"/>
            <a:ext cx="2273700" cy="12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20"/>
          <p:cNvSpPr txBox="1">
            <a:spLocks noGrp="1"/>
          </p:cNvSpPr>
          <p:nvPr>
            <p:ph type="subTitle" idx="2"/>
          </p:nvPr>
        </p:nvSpPr>
        <p:spPr>
          <a:xfrm>
            <a:off x="720000" y="1952150"/>
            <a:ext cx="2273700" cy="41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accent6"/>
                </a:solidFill>
                <a:latin typeface="Krub Medium"/>
                <a:ea typeface="Krub Medium"/>
                <a:cs typeface="Krub Medium"/>
                <a:sym typeface="Krub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0" name="Google Shape;220;p20"/>
          <p:cNvSpPr txBox="1">
            <a:spLocks noGrp="1"/>
          </p:cNvSpPr>
          <p:nvPr>
            <p:ph type="subTitle" idx="3"/>
          </p:nvPr>
        </p:nvSpPr>
        <p:spPr>
          <a:xfrm>
            <a:off x="3435151" y="3105000"/>
            <a:ext cx="2273700" cy="12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20"/>
          <p:cNvSpPr txBox="1">
            <a:spLocks noGrp="1"/>
          </p:cNvSpPr>
          <p:nvPr>
            <p:ph type="subTitle" idx="4"/>
          </p:nvPr>
        </p:nvSpPr>
        <p:spPr>
          <a:xfrm>
            <a:off x="3435151" y="2752225"/>
            <a:ext cx="2273700" cy="41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accent6"/>
                </a:solidFill>
                <a:latin typeface="Krub Medium"/>
                <a:ea typeface="Krub Medium"/>
                <a:cs typeface="Krub Medium"/>
                <a:sym typeface="Krub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2" name="Google Shape;222;p20"/>
          <p:cNvSpPr txBox="1">
            <a:spLocks noGrp="1"/>
          </p:cNvSpPr>
          <p:nvPr>
            <p:ph type="subTitle" idx="5"/>
          </p:nvPr>
        </p:nvSpPr>
        <p:spPr>
          <a:xfrm>
            <a:off x="6150297" y="2304925"/>
            <a:ext cx="2273700" cy="12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20"/>
          <p:cNvSpPr txBox="1">
            <a:spLocks noGrp="1"/>
          </p:cNvSpPr>
          <p:nvPr>
            <p:ph type="subTitle" idx="6"/>
          </p:nvPr>
        </p:nvSpPr>
        <p:spPr>
          <a:xfrm>
            <a:off x="6150297" y="1952150"/>
            <a:ext cx="2273700" cy="41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accent6"/>
                </a:solidFill>
                <a:latin typeface="Krub Medium"/>
                <a:ea typeface="Krub Medium"/>
                <a:cs typeface="Krub Medium"/>
                <a:sym typeface="Krub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224" name="Google Shape;224;p20"/>
          <p:cNvGrpSpPr/>
          <p:nvPr/>
        </p:nvGrpSpPr>
        <p:grpSpPr>
          <a:xfrm flipH="1">
            <a:off x="6462308" y="4269447"/>
            <a:ext cx="3892442" cy="640513"/>
            <a:chOff x="-78542" y="4269447"/>
            <a:chExt cx="3892442" cy="640513"/>
          </a:xfrm>
        </p:grpSpPr>
        <p:sp>
          <p:nvSpPr>
            <p:cNvPr id="225" name="Google Shape;225;p20"/>
            <p:cNvSpPr/>
            <p:nvPr/>
          </p:nvSpPr>
          <p:spPr>
            <a:xfrm flipH="1">
              <a:off x="-26956" y="4269447"/>
              <a:ext cx="3498330" cy="508988"/>
            </a:xfrm>
            <a:custGeom>
              <a:avLst/>
              <a:gdLst/>
              <a:ahLst/>
              <a:cxnLst/>
              <a:rect l="l" t="t" r="r" b="b"/>
              <a:pathLst>
                <a:path w="117001" h="17023" extrusionOk="0">
                  <a:moveTo>
                    <a:pt x="99111" y="0"/>
                  </a:moveTo>
                  <a:lnTo>
                    <a:pt x="99111" y="16481"/>
                  </a:lnTo>
                  <a:lnTo>
                    <a:pt x="1" y="16481"/>
                  </a:lnTo>
                  <a:lnTo>
                    <a:pt x="1" y="17022"/>
                  </a:lnTo>
                  <a:lnTo>
                    <a:pt x="99640" y="17022"/>
                  </a:lnTo>
                  <a:lnTo>
                    <a:pt x="99640" y="529"/>
                  </a:lnTo>
                  <a:lnTo>
                    <a:pt x="117001" y="529"/>
                  </a:lnTo>
                  <a:lnTo>
                    <a:pt x="117001" y="0"/>
                  </a:lnTo>
                  <a:close/>
                </a:path>
              </a:pathLst>
            </a:custGeom>
            <a:solidFill>
              <a:srgbClr val="A0D4FC">
                <a:alpha val="569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0"/>
            <p:cNvSpPr/>
            <p:nvPr/>
          </p:nvSpPr>
          <p:spPr>
            <a:xfrm flipH="1">
              <a:off x="-78542" y="4465736"/>
              <a:ext cx="3892442" cy="444224"/>
            </a:xfrm>
            <a:custGeom>
              <a:avLst/>
              <a:gdLst/>
              <a:ahLst/>
              <a:cxnLst/>
              <a:rect l="l" t="t" r="r" b="b"/>
              <a:pathLst>
                <a:path w="130182" h="14857" extrusionOk="0">
                  <a:moveTo>
                    <a:pt x="1122" y="0"/>
                  </a:moveTo>
                  <a:cubicBezTo>
                    <a:pt x="500" y="0"/>
                    <a:pt x="0" y="500"/>
                    <a:pt x="0" y="1113"/>
                  </a:cubicBezTo>
                  <a:cubicBezTo>
                    <a:pt x="0" y="1726"/>
                    <a:pt x="500" y="2226"/>
                    <a:pt x="1122" y="2226"/>
                  </a:cubicBezTo>
                  <a:cubicBezTo>
                    <a:pt x="1674" y="2226"/>
                    <a:pt x="2135" y="1829"/>
                    <a:pt x="2215" y="1297"/>
                  </a:cubicBezTo>
                  <a:lnTo>
                    <a:pt x="25671" y="1297"/>
                  </a:lnTo>
                  <a:lnTo>
                    <a:pt x="25671" y="14856"/>
                  </a:lnTo>
                  <a:lnTo>
                    <a:pt x="94034" y="14856"/>
                  </a:lnTo>
                  <a:lnTo>
                    <a:pt x="94034" y="3870"/>
                  </a:lnTo>
                  <a:lnTo>
                    <a:pt x="130182" y="3870"/>
                  </a:lnTo>
                  <a:lnTo>
                    <a:pt x="130182" y="3338"/>
                  </a:lnTo>
                  <a:lnTo>
                    <a:pt x="93503" y="3338"/>
                  </a:lnTo>
                  <a:lnTo>
                    <a:pt x="93503" y="14327"/>
                  </a:lnTo>
                  <a:lnTo>
                    <a:pt x="26203" y="14327"/>
                  </a:lnTo>
                  <a:lnTo>
                    <a:pt x="26203" y="755"/>
                  </a:lnTo>
                  <a:lnTo>
                    <a:pt x="2176" y="755"/>
                  </a:lnTo>
                  <a:cubicBezTo>
                    <a:pt x="2022" y="317"/>
                    <a:pt x="1613" y="0"/>
                    <a:pt x="112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7" name="Google Shape;227;p20"/>
          <p:cNvGrpSpPr/>
          <p:nvPr/>
        </p:nvGrpSpPr>
        <p:grpSpPr>
          <a:xfrm>
            <a:off x="-1210742" y="4269447"/>
            <a:ext cx="3892442" cy="640513"/>
            <a:chOff x="-78542" y="4269447"/>
            <a:chExt cx="3892442" cy="640513"/>
          </a:xfrm>
        </p:grpSpPr>
        <p:sp>
          <p:nvSpPr>
            <p:cNvPr id="228" name="Google Shape;228;p20"/>
            <p:cNvSpPr/>
            <p:nvPr/>
          </p:nvSpPr>
          <p:spPr>
            <a:xfrm flipH="1">
              <a:off x="-26956" y="4269447"/>
              <a:ext cx="3498330" cy="508988"/>
            </a:xfrm>
            <a:custGeom>
              <a:avLst/>
              <a:gdLst/>
              <a:ahLst/>
              <a:cxnLst/>
              <a:rect l="l" t="t" r="r" b="b"/>
              <a:pathLst>
                <a:path w="117001" h="17023" extrusionOk="0">
                  <a:moveTo>
                    <a:pt x="99111" y="0"/>
                  </a:moveTo>
                  <a:lnTo>
                    <a:pt x="99111" y="16481"/>
                  </a:lnTo>
                  <a:lnTo>
                    <a:pt x="1" y="16481"/>
                  </a:lnTo>
                  <a:lnTo>
                    <a:pt x="1" y="17022"/>
                  </a:lnTo>
                  <a:lnTo>
                    <a:pt x="99640" y="17022"/>
                  </a:lnTo>
                  <a:lnTo>
                    <a:pt x="99640" y="529"/>
                  </a:lnTo>
                  <a:lnTo>
                    <a:pt x="117001" y="529"/>
                  </a:lnTo>
                  <a:lnTo>
                    <a:pt x="117001" y="0"/>
                  </a:lnTo>
                  <a:close/>
                </a:path>
              </a:pathLst>
            </a:custGeom>
            <a:solidFill>
              <a:srgbClr val="A0D4FC">
                <a:alpha val="569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0"/>
            <p:cNvSpPr/>
            <p:nvPr/>
          </p:nvSpPr>
          <p:spPr>
            <a:xfrm flipH="1">
              <a:off x="-78542" y="4465736"/>
              <a:ext cx="3892442" cy="444224"/>
            </a:xfrm>
            <a:custGeom>
              <a:avLst/>
              <a:gdLst/>
              <a:ahLst/>
              <a:cxnLst/>
              <a:rect l="l" t="t" r="r" b="b"/>
              <a:pathLst>
                <a:path w="130182" h="14857" extrusionOk="0">
                  <a:moveTo>
                    <a:pt x="1122" y="0"/>
                  </a:moveTo>
                  <a:cubicBezTo>
                    <a:pt x="500" y="0"/>
                    <a:pt x="0" y="500"/>
                    <a:pt x="0" y="1113"/>
                  </a:cubicBezTo>
                  <a:cubicBezTo>
                    <a:pt x="0" y="1726"/>
                    <a:pt x="500" y="2226"/>
                    <a:pt x="1122" y="2226"/>
                  </a:cubicBezTo>
                  <a:cubicBezTo>
                    <a:pt x="1674" y="2226"/>
                    <a:pt x="2135" y="1829"/>
                    <a:pt x="2215" y="1297"/>
                  </a:cubicBezTo>
                  <a:lnTo>
                    <a:pt x="25671" y="1297"/>
                  </a:lnTo>
                  <a:lnTo>
                    <a:pt x="25671" y="14856"/>
                  </a:lnTo>
                  <a:lnTo>
                    <a:pt x="94034" y="14856"/>
                  </a:lnTo>
                  <a:lnTo>
                    <a:pt x="94034" y="3870"/>
                  </a:lnTo>
                  <a:lnTo>
                    <a:pt x="130182" y="3870"/>
                  </a:lnTo>
                  <a:lnTo>
                    <a:pt x="130182" y="3338"/>
                  </a:lnTo>
                  <a:lnTo>
                    <a:pt x="93503" y="3338"/>
                  </a:lnTo>
                  <a:lnTo>
                    <a:pt x="93503" y="14327"/>
                  </a:lnTo>
                  <a:lnTo>
                    <a:pt x="26203" y="14327"/>
                  </a:lnTo>
                  <a:lnTo>
                    <a:pt x="26203" y="755"/>
                  </a:lnTo>
                  <a:lnTo>
                    <a:pt x="2176" y="755"/>
                  </a:lnTo>
                  <a:cubicBezTo>
                    <a:pt x="2022" y="317"/>
                    <a:pt x="1613" y="0"/>
                    <a:pt x="112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0" name="Google Shape;230;p20"/>
          <p:cNvSpPr/>
          <p:nvPr/>
        </p:nvSpPr>
        <p:spPr>
          <a:xfrm>
            <a:off x="8802298" y="572697"/>
            <a:ext cx="341700" cy="341700"/>
          </a:xfrm>
          <a:prstGeom prst="plus">
            <a:avLst>
              <a:gd name="adj" fmla="val 32768"/>
            </a:avLst>
          </a:prstGeom>
          <a:solidFill>
            <a:srgbClr val="95E7D3">
              <a:alpha val="3100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8330576" y="2"/>
            <a:ext cx="572700" cy="572700"/>
          </a:xfrm>
          <a:prstGeom prst="plus">
            <a:avLst>
              <a:gd name="adj" fmla="val 32768"/>
            </a:avLst>
          </a:prstGeom>
          <a:solidFill>
            <a:srgbClr val="95E7D3">
              <a:alpha val="55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276349" y="4022074"/>
            <a:ext cx="341700" cy="341700"/>
          </a:xfrm>
          <a:prstGeom prst="plus">
            <a:avLst>
              <a:gd name="adj" fmla="val 32768"/>
            </a:avLst>
          </a:prstGeom>
          <a:solidFill>
            <a:srgbClr val="95E7D3">
              <a:alpha val="55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p25"/>
          <p:cNvPicPr preferRelativeResize="0"/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8199"/>
            <a:ext cx="9144001" cy="512712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9" name="Google Shape;319;p25"/>
          <p:cNvGrpSpPr/>
          <p:nvPr/>
        </p:nvGrpSpPr>
        <p:grpSpPr>
          <a:xfrm>
            <a:off x="-8" y="4420065"/>
            <a:ext cx="901035" cy="723425"/>
            <a:chOff x="7745496" y="4083492"/>
            <a:chExt cx="595804" cy="478329"/>
          </a:xfrm>
        </p:grpSpPr>
        <p:sp>
          <p:nvSpPr>
            <p:cNvPr id="320" name="Google Shape;320;p25"/>
            <p:cNvSpPr/>
            <p:nvPr/>
          </p:nvSpPr>
          <p:spPr>
            <a:xfrm>
              <a:off x="7745496" y="4220121"/>
              <a:ext cx="341700" cy="341700"/>
            </a:xfrm>
            <a:prstGeom prst="plus">
              <a:avLst>
                <a:gd name="adj" fmla="val 32768"/>
              </a:avLst>
            </a:prstGeom>
            <a:solidFill>
              <a:srgbClr val="95E7D3">
                <a:alpha val="310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21" name="Google Shape;321;p25"/>
            <p:cNvSpPr/>
            <p:nvPr/>
          </p:nvSpPr>
          <p:spPr>
            <a:xfrm>
              <a:off x="8087200" y="4083492"/>
              <a:ext cx="254100" cy="254100"/>
            </a:xfrm>
            <a:prstGeom prst="plus">
              <a:avLst>
                <a:gd name="adj" fmla="val 32768"/>
              </a:avLst>
            </a:prstGeom>
            <a:solidFill>
              <a:srgbClr val="96E5D2">
                <a:alpha val="557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22" name="Google Shape;322;p25"/>
          <p:cNvGrpSpPr/>
          <p:nvPr/>
        </p:nvGrpSpPr>
        <p:grpSpPr>
          <a:xfrm flipH="1">
            <a:off x="-11" y="122708"/>
            <a:ext cx="2843176" cy="412285"/>
            <a:chOff x="3978825" y="-2820900"/>
            <a:chExt cx="2466750" cy="357700"/>
          </a:xfrm>
        </p:grpSpPr>
        <p:sp>
          <p:nvSpPr>
            <p:cNvPr id="323" name="Google Shape;323;p25"/>
            <p:cNvSpPr/>
            <p:nvPr/>
          </p:nvSpPr>
          <p:spPr>
            <a:xfrm>
              <a:off x="3978825" y="-2820900"/>
              <a:ext cx="2295750" cy="216550"/>
            </a:xfrm>
            <a:custGeom>
              <a:avLst/>
              <a:gdLst/>
              <a:ahLst/>
              <a:cxnLst/>
              <a:rect l="l" t="t" r="r" b="b"/>
              <a:pathLst>
                <a:path w="91830" h="8662" extrusionOk="0">
                  <a:moveTo>
                    <a:pt x="38444" y="0"/>
                  </a:moveTo>
                  <a:lnTo>
                    <a:pt x="38444" y="8097"/>
                  </a:lnTo>
                  <a:lnTo>
                    <a:pt x="12928" y="8097"/>
                  </a:lnTo>
                  <a:lnTo>
                    <a:pt x="9323" y="4495"/>
                  </a:lnTo>
                  <a:lnTo>
                    <a:pt x="3216" y="4495"/>
                  </a:lnTo>
                  <a:cubicBezTo>
                    <a:pt x="3093" y="3728"/>
                    <a:pt x="2431" y="3125"/>
                    <a:pt x="1623" y="3125"/>
                  </a:cubicBezTo>
                  <a:cubicBezTo>
                    <a:pt x="726" y="3125"/>
                    <a:pt x="0" y="3850"/>
                    <a:pt x="0" y="4750"/>
                  </a:cubicBezTo>
                  <a:cubicBezTo>
                    <a:pt x="0" y="5647"/>
                    <a:pt x="726" y="6372"/>
                    <a:pt x="1623" y="6372"/>
                  </a:cubicBezTo>
                  <a:cubicBezTo>
                    <a:pt x="2409" y="6372"/>
                    <a:pt x="3064" y="5801"/>
                    <a:pt x="3206" y="5056"/>
                  </a:cubicBezTo>
                  <a:lnTo>
                    <a:pt x="9097" y="5056"/>
                  </a:lnTo>
                  <a:lnTo>
                    <a:pt x="12692" y="8661"/>
                  </a:lnTo>
                  <a:lnTo>
                    <a:pt x="39008" y="8661"/>
                  </a:lnTo>
                  <a:lnTo>
                    <a:pt x="39008" y="562"/>
                  </a:lnTo>
                  <a:lnTo>
                    <a:pt x="91829" y="562"/>
                  </a:lnTo>
                  <a:lnTo>
                    <a:pt x="9182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5"/>
            <p:cNvSpPr/>
            <p:nvPr/>
          </p:nvSpPr>
          <p:spPr>
            <a:xfrm>
              <a:off x="4017350" y="-2745600"/>
              <a:ext cx="2428225" cy="282400"/>
            </a:xfrm>
            <a:custGeom>
              <a:avLst/>
              <a:gdLst/>
              <a:ahLst/>
              <a:cxnLst/>
              <a:rect l="l" t="t" r="r" b="b"/>
              <a:pathLst>
                <a:path w="97129" h="11296" extrusionOk="0">
                  <a:moveTo>
                    <a:pt x="22424" y="0"/>
                  </a:moveTo>
                  <a:lnTo>
                    <a:pt x="18677" y="9609"/>
                  </a:lnTo>
                  <a:lnTo>
                    <a:pt x="2645" y="9609"/>
                  </a:lnTo>
                  <a:cubicBezTo>
                    <a:pt x="2493" y="9028"/>
                    <a:pt x="1971" y="8600"/>
                    <a:pt x="1349" y="8600"/>
                  </a:cubicBezTo>
                  <a:cubicBezTo>
                    <a:pt x="604" y="8600"/>
                    <a:pt x="1" y="9202"/>
                    <a:pt x="1" y="9947"/>
                  </a:cubicBezTo>
                  <a:cubicBezTo>
                    <a:pt x="1" y="10692"/>
                    <a:pt x="604" y="11295"/>
                    <a:pt x="1349" y="11295"/>
                  </a:cubicBezTo>
                  <a:cubicBezTo>
                    <a:pt x="2013" y="11295"/>
                    <a:pt x="2564" y="10795"/>
                    <a:pt x="2667" y="10161"/>
                  </a:cubicBezTo>
                  <a:lnTo>
                    <a:pt x="19045" y="10161"/>
                  </a:lnTo>
                  <a:lnTo>
                    <a:pt x="22802" y="552"/>
                  </a:lnTo>
                  <a:lnTo>
                    <a:pt x="58359" y="552"/>
                  </a:lnTo>
                  <a:lnTo>
                    <a:pt x="63983" y="6056"/>
                  </a:lnTo>
                  <a:lnTo>
                    <a:pt x="97128" y="6056"/>
                  </a:lnTo>
                  <a:lnTo>
                    <a:pt x="97128" y="5514"/>
                  </a:lnTo>
                  <a:lnTo>
                    <a:pt x="64198" y="5514"/>
                  </a:lnTo>
                  <a:lnTo>
                    <a:pt x="58582" y="0"/>
                  </a:lnTo>
                  <a:close/>
                </a:path>
              </a:pathLst>
            </a:custGeom>
            <a:solidFill>
              <a:srgbClr val="A0D4FC">
                <a:alpha val="569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5" name="Google Shape;325;p25"/>
          <p:cNvGrpSpPr/>
          <p:nvPr/>
        </p:nvGrpSpPr>
        <p:grpSpPr>
          <a:xfrm>
            <a:off x="6508739" y="4575646"/>
            <a:ext cx="2843176" cy="412285"/>
            <a:chOff x="3978825" y="-2820900"/>
            <a:chExt cx="2466750" cy="357700"/>
          </a:xfrm>
        </p:grpSpPr>
        <p:sp>
          <p:nvSpPr>
            <p:cNvPr id="326" name="Google Shape;326;p25"/>
            <p:cNvSpPr/>
            <p:nvPr/>
          </p:nvSpPr>
          <p:spPr>
            <a:xfrm>
              <a:off x="3978825" y="-2820900"/>
              <a:ext cx="2295750" cy="216550"/>
            </a:xfrm>
            <a:custGeom>
              <a:avLst/>
              <a:gdLst/>
              <a:ahLst/>
              <a:cxnLst/>
              <a:rect l="l" t="t" r="r" b="b"/>
              <a:pathLst>
                <a:path w="91830" h="8662" extrusionOk="0">
                  <a:moveTo>
                    <a:pt x="38444" y="0"/>
                  </a:moveTo>
                  <a:lnTo>
                    <a:pt x="38444" y="8097"/>
                  </a:lnTo>
                  <a:lnTo>
                    <a:pt x="12928" y="8097"/>
                  </a:lnTo>
                  <a:lnTo>
                    <a:pt x="9323" y="4495"/>
                  </a:lnTo>
                  <a:lnTo>
                    <a:pt x="3216" y="4495"/>
                  </a:lnTo>
                  <a:cubicBezTo>
                    <a:pt x="3093" y="3728"/>
                    <a:pt x="2431" y="3125"/>
                    <a:pt x="1623" y="3125"/>
                  </a:cubicBezTo>
                  <a:cubicBezTo>
                    <a:pt x="726" y="3125"/>
                    <a:pt x="0" y="3850"/>
                    <a:pt x="0" y="4750"/>
                  </a:cubicBezTo>
                  <a:cubicBezTo>
                    <a:pt x="0" y="5647"/>
                    <a:pt x="726" y="6372"/>
                    <a:pt x="1623" y="6372"/>
                  </a:cubicBezTo>
                  <a:cubicBezTo>
                    <a:pt x="2409" y="6372"/>
                    <a:pt x="3064" y="5801"/>
                    <a:pt x="3206" y="5056"/>
                  </a:cubicBezTo>
                  <a:lnTo>
                    <a:pt x="9097" y="5056"/>
                  </a:lnTo>
                  <a:lnTo>
                    <a:pt x="12692" y="8661"/>
                  </a:lnTo>
                  <a:lnTo>
                    <a:pt x="39008" y="8661"/>
                  </a:lnTo>
                  <a:lnTo>
                    <a:pt x="39008" y="562"/>
                  </a:lnTo>
                  <a:lnTo>
                    <a:pt x="91829" y="562"/>
                  </a:lnTo>
                  <a:lnTo>
                    <a:pt x="9182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5"/>
            <p:cNvSpPr/>
            <p:nvPr/>
          </p:nvSpPr>
          <p:spPr>
            <a:xfrm>
              <a:off x="4017350" y="-2745600"/>
              <a:ext cx="2428225" cy="282400"/>
            </a:xfrm>
            <a:custGeom>
              <a:avLst/>
              <a:gdLst/>
              <a:ahLst/>
              <a:cxnLst/>
              <a:rect l="l" t="t" r="r" b="b"/>
              <a:pathLst>
                <a:path w="97129" h="11296" extrusionOk="0">
                  <a:moveTo>
                    <a:pt x="22424" y="0"/>
                  </a:moveTo>
                  <a:lnTo>
                    <a:pt x="18677" y="9609"/>
                  </a:lnTo>
                  <a:lnTo>
                    <a:pt x="2645" y="9609"/>
                  </a:lnTo>
                  <a:cubicBezTo>
                    <a:pt x="2493" y="9028"/>
                    <a:pt x="1971" y="8600"/>
                    <a:pt x="1349" y="8600"/>
                  </a:cubicBezTo>
                  <a:cubicBezTo>
                    <a:pt x="604" y="8600"/>
                    <a:pt x="1" y="9202"/>
                    <a:pt x="1" y="9947"/>
                  </a:cubicBezTo>
                  <a:cubicBezTo>
                    <a:pt x="1" y="10692"/>
                    <a:pt x="604" y="11295"/>
                    <a:pt x="1349" y="11295"/>
                  </a:cubicBezTo>
                  <a:cubicBezTo>
                    <a:pt x="2013" y="11295"/>
                    <a:pt x="2564" y="10795"/>
                    <a:pt x="2667" y="10161"/>
                  </a:cubicBezTo>
                  <a:lnTo>
                    <a:pt x="19045" y="10161"/>
                  </a:lnTo>
                  <a:lnTo>
                    <a:pt x="22802" y="552"/>
                  </a:lnTo>
                  <a:lnTo>
                    <a:pt x="58359" y="552"/>
                  </a:lnTo>
                  <a:lnTo>
                    <a:pt x="63983" y="6056"/>
                  </a:lnTo>
                  <a:lnTo>
                    <a:pt x="97128" y="6056"/>
                  </a:lnTo>
                  <a:lnTo>
                    <a:pt x="97128" y="5514"/>
                  </a:lnTo>
                  <a:lnTo>
                    <a:pt x="64198" y="5514"/>
                  </a:lnTo>
                  <a:lnTo>
                    <a:pt x="58582" y="0"/>
                  </a:lnTo>
                  <a:close/>
                </a:path>
              </a:pathLst>
            </a:custGeom>
            <a:solidFill>
              <a:srgbClr val="A0D4FC">
                <a:alpha val="569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8" name="Google Shape;328;p25"/>
          <p:cNvSpPr/>
          <p:nvPr/>
        </p:nvSpPr>
        <p:spPr>
          <a:xfrm>
            <a:off x="8428903" y="-35351"/>
            <a:ext cx="728400" cy="728400"/>
          </a:xfrm>
          <a:prstGeom prst="plus">
            <a:avLst>
              <a:gd name="adj" fmla="val 32768"/>
            </a:avLst>
          </a:prstGeom>
          <a:solidFill>
            <a:srgbClr val="95E7D3">
              <a:alpha val="696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9" name="Google Shape;329;p25"/>
          <p:cNvSpPr/>
          <p:nvPr/>
        </p:nvSpPr>
        <p:spPr>
          <a:xfrm>
            <a:off x="6585952" y="157996"/>
            <a:ext cx="341700" cy="341700"/>
          </a:xfrm>
          <a:prstGeom prst="plus">
            <a:avLst>
              <a:gd name="adj" fmla="val 32768"/>
            </a:avLst>
          </a:prstGeom>
          <a:solidFill>
            <a:srgbClr val="95E7D3">
              <a:alpha val="3100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26"/>
          <p:cNvPicPr preferRelativeResize="0"/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8199"/>
            <a:ext cx="9144001" cy="5127121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6"/>
          <p:cNvSpPr/>
          <p:nvPr/>
        </p:nvSpPr>
        <p:spPr>
          <a:xfrm>
            <a:off x="275761" y="324774"/>
            <a:ext cx="341700" cy="341700"/>
          </a:xfrm>
          <a:prstGeom prst="plus">
            <a:avLst>
              <a:gd name="adj" fmla="val 32768"/>
            </a:avLst>
          </a:prstGeom>
          <a:solidFill>
            <a:srgbClr val="95E7D3">
              <a:alpha val="55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33" name="Google Shape;333;p26"/>
          <p:cNvGrpSpPr/>
          <p:nvPr/>
        </p:nvGrpSpPr>
        <p:grpSpPr>
          <a:xfrm rot="5400000" flipH="1">
            <a:off x="-1017541" y="3393341"/>
            <a:ext cx="2995516" cy="775725"/>
            <a:chOff x="763375" y="-2867575"/>
            <a:chExt cx="2546125" cy="659350"/>
          </a:xfrm>
        </p:grpSpPr>
        <p:sp>
          <p:nvSpPr>
            <p:cNvPr id="334" name="Google Shape;334;p26"/>
            <p:cNvSpPr/>
            <p:nvPr/>
          </p:nvSpPr>
          <p:spPr>
            <a:xfrm>
              <a:off x="763375" y="-2829550"/>
              <a:ext cx="2546125" cy="295900"/>
            </a:xfrm>
            <a:custGeom>
              <a:avLst/>
              <a:gdLst/>
              <a:ahLst/>
              <a:cxnLst/>
              <a:rect l="l" t="t" r="r" b="b"/>
              <a:pathLst>
                <a:path w="101845" h="11836" extrusionOk="0">
                  <a:moveTo>
                    <a:pt x="100436" y="1"/>
                  </a:moveTo>
                  <a:cubicBezTo>
                    <a:pt x="99730" y="1"/>
                    <a:pt x="99149" y="511"/>
                    <a:pt x="99036" y="1185"/>
                  </a:cubicBezTo>
                  <a:lnTo>
                    <a:pt x="81872" y="1185"/>
                  </a:lnTo>
                  <a:lnTo>
                    <a:pt x="77941" y="11262"/>
                  </a:lnTo>
                  <a:lnTo>
                    <a:pt x="40659" y="11262"/>
                  </a:lnTo>
                  <a:lnTo>
                    <a:pt x="34758" y="5483"/>
                  </a:lnTo>
                  <a:lnTo>
                    <a:pt x="0" y="5483"/>
                  </a:lnTo>
                  <a:lnTo>
                    <a:pt x="0" y="6054"/>
                  </a:lnTo>
                  <a:lnTo>
                    <a:pt x="34523" y="6054"/>
                  </a:lnTo>
                  <a:lnTo>
                    <a:pt x="40424" y="11835"/>
                  </a:lnTo>
                  <a:lnTo>
                    <a:pt x="78328" y="11835"/>
                  </a:lnTo>
                  <a:lnTo>
                    <a:pt x="82259" y="1756"/>
                  </a:lnTo>
                  <a:lnTo>
                    <a:pt x="99068" y="1756"/>
                  </a:lnTo>
                  <a:cubicBezTo>
                    <a:pt x="99220" y="2368"/>
                    <a:pt x="99772" y="2819"/>
                    <a:pt x="100436" y="2819"/>
                  </a:cubicBezTo>
                  <a:cubicBezTo>
                    <a:pt x="101213" y="2819"/>
                    <a:pt x="101845" y="2184"/>
                    <a:pt x="101845" y="1410"/>
                  </a:cubicBezTo>
                  <a:cubicBezTo>
                    <a:pt x="101845" y="633"/>
                    <a:pt x="101213" y="1"/>
                    <a:pt x="10043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6"/>
            <p:cNvSpPr/>
            <p:nvPr/>
          </p:nvSpPr>
          <p:spPr>
            <a:xfrm>
              <a:off x="855500" y="-2867575"/>
              <a:ext cx="1809675" cy="512075"/>
            </a:xfrm>
            <a:custGeom>
              <a:avLst/>
              <a:gdLst/>
              <a:ahLst/>
              <a:cxnLst/>
              <a:rect l="l" t="t" r="r" b="b"/>
              <a:pathLst>
                <a:path w="72387" h="20483" extrusionOk="0">
                  <a:moveTo>
                    <a:pt x="1" y="0"/>
                  </a:moveTo>
                  <a:lnTo>
                    <a:pt x="1" y="571"/>
                  </a:lnTo>
                  <a:lnTo>
                    <a:pt x="40498" y="571"/>
                  </a:lnTo>
                  <a:lnTo>
                    <a:pt x="40498" y="20483"/>
                  </a:lnTo>
                  <a:lnTo>
                    <a:pt x="71538" y="20483"/>
                  </a:lnTo>
                  <a:lnTo>
                    <a:pt x="71538" y="2502"/>
                  </a:lnTo>
                  <a:cubicBezTo>
                    <a:pt x="72028" y="2358"/>
                    <a:pt x="72386" y="1899"/>
                    <a:pt x="72386" y="1367"/>
                  </a:cubicBezTo>
                  <a:cubicBezTo>
                    <a:pt x="72386" y="703"/>
                    <a:pt x="71857" y="162"/>
                    <a:pt x="71193" y="162"/>
                  </a:cubicBezTo>
                  <a:cubicBezTo>
                    <a:pt x="70529" y="162"/>
                    <a:pt x="69997" y="703"/>
                    <a:pt x="69997" y="1367"/>
                  </a:cubicBezTo>
                  <a:cubicBezTo>
                    <a:pt x="69997" y="1951"/>
                    <a:pt x="70416" y="2429"/>
                    <a:pt x="70967" y="2541"/>
                  </a:cubicBezTo>
                  <a:lnTo>
                    <a:pt x="70967" y="19902"/>
                  </a:lnTo>
                  <a:lnTo>
                    <a:pt x="41069" y="19902"/>
                  </a:lnTo>
                  <a:lnTo>
                    <a:pt x="41069" y="0"/>
                  </a:lnTo>
                  <a:close/>
                </a:path>
              </a:pathLst>
            </a:custGeom>
            <a:solidFill>
              <a:srgbClr val="A0D4FC">
                <a:alpha val="569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6"/>
            <p:cNvSpPr/>
            <p:nvPr/>
          </p:nvSpPr>
          <p:spPr>
            <a:xfrm>
              <a:off x="790925" y="-2429775"/>
              <a:ext cx="2345025" cy="221550"/>
            </a:xfrm>
            <a:custGeom>
              <a:avLst/>
              <a:gdLst/>
              <a:ahLst/>
              <a:cxnLst/>
              <a:rect l="l" t="t" r="r" b="b"/>
              <a:pathLst>
                <a:path w="93801" h="8862" extrusionOk="0">
                  <a:moveTo>
                    <a:pt x="54077" y="0"/>
                  </a:moveTo>
                  <a:lnTo>
                    <a:pt x="54077" y="8291"/>
                  </a:lnTo>
                  <a:lnTo>
                    <a:pt x="1" y="8291"/>
                  </a:lnTo>
                  <a:lnTo>
                    <a:pt x="1" y="8862"/>
                  </a:lnTo>
                  <a:lnTo>
                    <a:pt x="54651" y="8862"/>
                  </a:lnTo>
                  <a:lnTo>
                    <a:pt x="54651" y="571"/>
                  </a:lnTo>
                  <a:lnTo>
                    <a:pt x="80780" y="571"/>
                  </a:lnTo>
                  <a:lnTo>
                    <a:pt x="84466" y="4257"/>
                  </a:lnTo>
                  <a:lnTo>
                    <a:pt x="91001" y="4257"/>
                  </a:lnTo>
                  <a:cubicBezTo>
                    <a:pt x="91114" y="4931"/>
                    <a:pt x="91685" y="5441"/>
                    <a:pt x="92391" y="5441"/>
                  </a:cubicBezTo>
                  <a:cubicBezTo>
                    <a:pt x="93165" y="5441"/>
                    <a:pt x="93800" y="4809"/>
                    <a:pt x="93800" y="4032"/>
                  </a:cubicBezTo>
                  <a:cubicBezTo>
                    <a:pt x="93800" y="3247"/>
                    <a:pt x="93165" y="2613"/>
                    <a:pt x="92391" y="2613"/>
                  </a:cubicBezTo>
                  <a:cubicBezTo>
                    <a:pt x="91727" y="2613"/>
                    <a:pt x="91185" y="3073"/>
                    <a:pt x="91021" y="3686"/>
                  </a:cubicBezTo>
                  <a:lnTo>
                    <a:pt x="84711" y="3686"/>
                  </a:lnTo>
                  <a:lnTo>
                    <a:pt x="8102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7" name="Google Shape;337;p26"/>
          <p:cNvSpPr/>
          <p:nvPr/>
        </p:nvSpPr>
        <p:spPr>
          <a:xfrm>
            <a:off x="8318999" y="4503002"/>
            <a:ext cx="640500" cy="640500"/>
          </a:xfrm>
          <a:prstGeom prst="plus">
            <a:avLst>
              <a:gd name="adj" fmla="val 32768"/>
            </a:avLst>
          </a:prstGeom>
          <a:solidFill>
            <a:srgbClr val="95E7D3">
              <a:alpha val="3100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8" name="Google Shape;338;p26"/>
          <p:cNvSpPr/>
          <p:nvPr/>
        </p:nvSpPr>
        <p:spPr>
          <a:xfrm>
            <a:off x="8802302" y="3943350"/>
            <a:ext cx="341700" cy="341700"/>
          </a:xfrm>
          <a:prstGeom prst="plus">
            <a:avLst>
              <a:gd name="adj" fmla="val 32768"/>
            </a:avLst>
          </a:prstGeom>
          <a:solidFill>
            <a:srgbClr val="95E7D3">
              <a:alpha val="696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rub"/>
              <a:buNone/>
              <a:defRPr sz="3000" b="1">
                <a:solidFill>
                  <a:schemeClr val="dk1"/>
                </a:solidFill>
                <a:latin typeface="Krub"/>
                <a:ea typeface="Krub"/>
                <a:cs typeface="Krub"/>
                <a:sym typeface="Kru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rub"/>
              <a:buNone/>
              <a:defRPr sz="3000" b="1">
                <a:solidFill>
                  <a:schemeClr val="dk1"/>
                </a:solidFill>
                <a:latin typeface="Krub"/>
                <a:ea typeface="Krub"/>
                <a:cs typeface="Krub"/>
                <a:sym typeface="Krub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rub"/>
              <a:buNone/>
              <a:defRPr sz="3000" b="1">
                <a:solidFill>
                  <a:schemeClr val="dk1"/>
                </a:solidFill>
                <a:latin typeface="Krub"/>
                <a:ea typeface="Krub"/>
                <a:cs typeface="Krub"/>
                <a:sym typeface="Krub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rub"/>
              <a:buNone/>
              <a:defRPr sz="3000" b="1">
                <a:solidFill>
                  <a:schemeClr val="dk1"/>
                </a:solidFill>
                <a:latin typeface="Krub"/>
                <a:ea typeface="Krub"/>
                <a:cs typeface="Krub"/>
                <a:sym typeface="Krub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rub"/>
              <a:buNone/>
              <a:defRPr sz="3000" b="1">
                <a:solidFill>
                  <a:schemeClr val="dk1"/>
                </a:solidFill>
                <a:latin typeface="Krub"/>
                <a:ea typeface="Krub"/>
                <a:cs typeface="Krub"/>
                <a:sym typeface="Krub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rub"/>
              <a:buNone/>
              <a:defRPr sz="3000" b="1">
                <a:solidFill>
                  <a:schemeClr val="dk1"/>
                </a:solidFill>
                <a:latin typeface="Krub"/>
                <a:ea typeface="Krub"/>
                <a:cs typeface="Krub"/>
                <a:sym typeface="Krub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rub"/>
              <a:buNone/>
              <a:defRPr sz="3000" b="1">
                <a:solidFill>
                  <a:schemeClr val="dk1"/>
                </a:solidFill>
                <a:latin typeface="Krub"/>
                <a:ea typeface="Krub"/>
                <a:cs typeface="Krub"/>
                <a:sym typeface="Krub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rub"/>
              <a:buNone/>
              <a:defRPr sz="3000" b="1">
                <a:solidFill>
                  <a:schemeClr val="dk1"/>
                </a:solidFill>
                <a:latin typeface="Krub"/>
                <a:ea typeface="Krub"/>
                <a:cs typeface="Krub"/>
                <a:sym typeface="Krub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rub"/>
              <a:buNone/>
              <a:defRPr sz="3000" b="1">
                <a:solidFill>
                  <a:schemeClr val="dk1"/>
                </a:solidFill>
                <a:latin typeface="Krub"/>
                <a:ea typeface="Krub"/>
                <a:cs typeface="Krub"/>
                <a:sym typeface="Kru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Gothic A1"/>
              <a:buChar char="●"/>
              <a:defRPr sz="1200">
                <a:solidFill>
                  <a:schemeClr val="dk2"/>
                </a:solidFill>
                <a:latin typeface="Gothic A1"/>
                <a:ea typeface="Gothic A1"/>
                <a:cs typeface="Gothic A1"/>
                <a:sym typeface="Gothic A1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Gothic A1"/>
              <a:buChar char="○"/>
              <a:defRPr sz="1200">
                <a:solidFill>
                  <a:schemeClr val="dk2"/>
                </a:solidFill>
                <a:latin typeface="Gothic A1"/>
                <a:ea typeface="Gothic A1"/>
                <a:cs typeface="Gothic A1"/>
                <a:sym typeface="Gothic A1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Gothic A1"/>
              <a:buChar char="■"/>
              <a:defRPr sz="1200">
                <a:solidFill>
                  <a:schemeClr val="dk2"/>
                </a:solidFill>
                <a:latin typeface="Gothic A1"/>
                <a:ea typeface="Gothic A1"/>
                <a:cs typeface="Gothic A1"/>
                <a:sym typeface="Gothic A1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Gothic A1"/>
              <a:buChar char="●"/>
              <a:defRPr sz="1200">
                <a:solidFill>
                  <a:schemeClr val="dk2"/>
                </a:solidFill>
                <a:latin typeface="Gothic A1"/>
                <a:ea typeface="Gothic A1"/>
                <a:cs typeface="Gothic A1"/>
                <a:sym typeface="Gothic A1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Gothic A1"/>
              <a:buChar char="○"/>
              <a:defRPr sz="1200">
                <a:solidFill>
                  <a:schemeClr val="dk2"/>
                </a:solidFill>
                <a:latin typeface="Gothic A1"/>
                <a:ea typeface="Gothic A1"/>
                <a:cs typeface="Gothic A1"/>
                <a:sym typeface="Gothic A1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Gothic A1"/>
              <a:buChar char="■"/>
              <a:defRPr sz="1200">
                <a:solidFill>
                  <a:schemeClr val="dk2"/>
                </a:solidFill>
                <a:latin typeface="Gothic A1"/>
                <a:ea typeface="Gothic A1"/>
                <a:cs typeface="Gothic A1"/>
                <a:sym typeface="Gothic A1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Gothic A1"/>
              <a:buChar char="●"/>
              <a:defRPr sz="1200">
                <a:solidFill>
                  <a:schemeClr val="dk2"/>
                </a:solidFill>
                <a:latin typeface="Gothic A1"/>
                <a:ea typeface="Gothic A1"/>
                <a:cs typeface="Gothic A1"/>
                <a:sym typeface="Gothic A1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Gothic A1"/>
              <a:buChar char="○"/>
              <a:defRPr sz="1200">
                <a:solidFill>
                  <a:schemeClr val="dk2"/>
                </a:solidFill>
                <a:latin typeface="Gothic A1"/>
                <a:ea typeface="Gothic A1"/>
                <a:cs typeface="Gothic A1"/>
                <a:sym typeface="Gothic A1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Gothic A1"/>
              <a:buChar char="■"/>
              <a:defRPr sz="1200">
                <a:solidFill>
                  <a:schemeClr val="dk2"/>
                </a:solidFill>
                <a:latin typeface="Gothic A1"/>
                <a:ea typeface="Gothic A1"/>
                <a:cs typeface="Gothic A1"/>
                <a:sym typeface="Gothic A1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5" r:id="rId6"/>
    <p:sldLayoutId id="2147483656" r:id="rId7"/>
    <p:sldLayoutId id="2147483657" r:id="rId8"/>
    <p:sldLayoutId id="2147483666" r:id="rId9"/>
    <p:sldLayoutId id="2147483671" r:id="rId10"/>
    <p:sldLayoutId id="2147483672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0">
          <p15:clr>
            <a:srgbClr val="EA4335"/>
          </p15:clr>
        </p15:guide>
        <p15:guide id="2" orient="horz" pos="337">
          <p15:clr>
            <a:srgbClr val="EA4335"/>
          </p15:clr>
        </p15:guide>
        <p15:guide id="3" pos="5310">
          <p15:clr>
            <a:srgbClr val="EA4335"/>
          </p15:clr>
        </p15:guide>
        <p15:guide id="4" orient="horz" pos="290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77000">
              <a:srgbClr val="ECFFFF"/>
            </a:gs>
            <a:gs pos="100000">
              <a:srgbClr val="D5FFFD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0"/>
          <p:cNvSpPr txBox="1">
            <a:spLocks noGrp="1"/>
          </p:cNvSpPr>
          <p:nvPr>
            <p:ph type="ctrTitle"/>
          </p:nvPr>
        </p:nvSpPr>
        <p:spPr>
          <a:xfrm>
            <a:off x="1392288" y="1468063"/>
            <a:ext cx="6359400" cy="12845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Медицина</a:t>
            </a:r>
            <a:endParaRPr dirty="0"/>
          </a:p>
        </p:txBody>
      </p:sp>
      <p:sp>
        <p:nvSpPr>
          <p:cNvPr id="350" name="Google Shape;350;p30"/>
          <p:cNvSpPr txBox="1">
            <a:spLocks noGrp="1"/>
          </p:cNvSpPr>
          <p:nvPr>
            <p:ph type="subTitle" idx="1"/>
          </p:nvPr>
        </p:nvSpPr>
        <p:spPr>
          <a:xfrm>
            <a:off x="2445488" y="3135463"/>
            <a:ext cx="4306000" cy="51151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Команда 7</a:t>
            </a:r>
            <a:r>
              <a:rPr lang="en-US" dirty="0"/>
              <a:t>:</a:t>
            </a:r>
            <a:r>
              <a:rPr lang="ru-RU" dirty="0"/>
              <a:t> Екатерина Лачина, Алексей Емельянов</a:t>
            </a:r>
            <a:r>
              <a:rPr lang="en-US" dirty="0"/>
              <a:t>,</a:t>
            </a:r>
            <a:r>
              <a:rPr lang="ru-RU" dirty="0"/>
              <a:t> Игорь Игнатов</a:t>
            </a:r>
            <a:endParaRPr dirty="0"/>
          </a:p>
        </p:txBody>
      </p:sp>
      <p:sp>
        <p:nvSpPr>
          <p:cNvPr id="351" name="Google Shape;351;p30"/>
          <p:cNvSpPr/>
          <p:nvPr/>
        </p:nvSpPr>
        <p:spPr>
          <a:xfrm>
            <a:off x="806841" y="494549"/>
            <a:ext cx="728400" cy="728400"/>
          </a:xfrm>
          <a:prstGeom prst="plus">
            <a:avLst>
              <a:gd name="adj" fmla="val 32768"/>
            </a:avLst>
          </a:prstGeom>
          <a:solidFill>
            <a:srgbClr val="95E7D3">
              <a:alpha val="696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52" name="Google Shape;352;p30"/>
          <p:cNvGrpSpPr/>
          <p:nvPr/>
        </p:nvGrpSpPr>
        <p:grpSpPr>
          <a:xfrm flipH="1">
            <a:off x="6249447" y="227316"/>
            <a:ext cx="2995516" cy="775725"/>
            <a:chOff x="763375" y="-2867575"/>
            <a:chExt cx="2546125" cy="659350"/>
          </a:xfrm>
        </p:grpSpPr>
        <p:sp>
          <p:nvSpPr>
            <p:cNvPr id="353" name="Google Shape;353;p30"/>
            <p:cNvSpPr/>
            <p:nvPr/>
          </p:nvSpPr>
          <p:spPr>
            <a:xfrm>
              <a:off x="763375" y="-2829550"/>
              <a:ext cx="2546125" cy="295900"/>
            </a:xfrm>
            <a:custGeom>
              <a:avLst/>
              <a:gdLst/>
              <a:ahLst/>
              <a:cxnLst/>
              <a:rect l="l" t="t" r="r" b="b"/>
              <a:pathLst>
                <a:path w="101845" h="11836" extrusionOk="0">
                  <a:moveTo>
                    <a:pt x="100436" y="1"/>
                  </a:moveTo>
                  <a:cubicBezTo>
                    <a:pt x="99730" y="1"/>
                    <a:pt x="99149" y="511"/>
                    <a:pt x="99036" y="1185"/>
                  </a:cubicBezTo>
                  <a:lnTo>
                    <a:pt x="81872" y="1185"/>
                  </a:lnTo>
                  <a:lnTo>
                    <a:pt x="77941" y="11262"/>
                  </a:lnTo>
                  <a:lnTo>
                    <a:pt x="40659" y="11262"/>
                  </a:lnTo>
                  <a:lnTo>
                    <a:pt x="34758" y="5483"/>
                  </a:lnTo>
                  <a:lnTo>
                    <a:pt x="0" y="5483"/>
                  </a:lnTo>
                  <a:lnTo>
                    <a:pt x="0" y="6054"/>
                  </a:lnTo>
                  <a:lnTo>
                    <a:pt x="34523" y="6054"/>
                  </a:lnTo>
                  <a:lnTo>
                    <a:pt x="40424" y="11835"/>
                  </a:lnTo>
                  <a:lnTo>
                    <a:pt x="78328" y="11835"/>
                  </a:lnTo>
                  <a:lnTo>
                    <a:pt x="82259" y="1756"/>
                  </a:lnTo>
                  <a:lnTo>
                    <a:pt x="99068" y="1756"/>
                  </a:lnTo>
                  <a:cubicBezTo>
                    <a:pt x="99220" y="2368"/>
                    <a:pt x="99772" y="2819"/>
                    <a:pt x="100436" y="2819"/>
                  </a:cubicBezTo>
                  <a:cubicBezTo>
                    <a:pt x="101213" y="2819"/>
                    <a:pt x="101845" y="2184"/>
                    <a:pt x="101845" y="1410"/>
                  </a:cubicBezTo>
                  <a:cubicBezTo>
                    <a:pt x="101845" y="633"/>
                    <a:pt x="101213" y="1"/>
                    <a:pt x="10043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0"/>
            <p:cNvSpPr/>
            <p:nvPr/>
          </p:nvSpPr>
          <p:spPr>
            <a:xfrm>
              <a:off x="855500" y="-2867575"/>
              <a:ext cx="1809675" cy="512075"/>
            </a:xfrm>
            <a:custGeom>
              <a:avLst/>
              <a:gdLst/>
              <a:ahLst/>
              <a:cxnLst/>
              <a:rect l="l" t="t" r="r" b="b"/>
              <a:pathLst>
                <a:path w="72387" h="20483" extrusionOk="0">
                  <a:moveTo>
                    <a:pt x="1" y="0"/>
                  </a:moveTo>
                  <a:lnTo>
                    <a:pt x="1" y="571"/>
                  </a:lnTo>
                  <a:lnTo>
                    <a:pt x="40498" y="571"/>
                  </a:lnTo>
                  <a:lnTo>
                    <a:pt x="40498" y="20483"/>
                  </a:lnTo>
                  <a:lnTo>
                    <a:pt x="71538" y="20483"/>
                  </a:lnTo>
                  <a:lnTo>
                    <a:pt x="71538" y="2502"/>
                  </a:lnTo>
                  <a:cubicBezTo>
                    <a:pt x="72028" y="2358"/>
                    <a:pt x="72386" y="1899"/>
                    <a:pt x="72386" y="1367"/>
                  </a:cubicBezTo>
                  <a:cubicBezTo>
                    <a:pt x="72386" y="703"/>
                    <a:pt x="71857" y="162"/>
                    <a:pt x="71193" y="162"/>
                  </a:cubicBezTo>
                  <a:cubicBezTo>
                    <a:pt x="70529" y="162"/>
                    <a:pt x="69997" y="703"/>
                    <a:pt x="69997" y="1367"/>
                  </a:cubicBezTo>
                  <a:cubicBezTo>
                    <a:pt x="69997" y="1951"/>
                    <a:pt x="70416" y="2429"/>
                    <a:pt x="70967" y="2541"/>
                  </a:cubicBezTo>
                  <a:lnTo>
                    <a:pt x="70967" y="19902"/>
                  </a:lnTo>
                  <a:lnTo>
                    <a:pt x="41069" y="19902"/>
                  </a:lnTo>
                  <a:lnTo>
                    <a:pt x="41069" y="0"/>
                  </a:lnTo>
                  <a:close/>
                </a:path>
              </a:pathLst>
            </a:custGeom>
            <a:solidFill>
              <a:srgbClr val="A0D4FC">
                <a:alpha val="569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0"/>
            <p:cNvSpPr/>
            <p:nvPr/>
          </p:nvSpPr>
          <p:spPr>
            <a:xfrm>
              <a:off x="790925" y="-2429775"/>
              <a:ext cx="2345025" cy="221550"/>
            </a:xfrm>
            <a:custGeom>
              <a:avLst/>
              <a:gdLst/>
              <a:ahLst/>
              <a:cxnLst/>
              <a:rect l="l" t="t" r="r" b="b"/>
              <a:pathLst>
                <a:path w="93801" h="8862" extrusionOk="0">
                  <a:moveTo>
                    <a:pt x="54077" y="0"/>
                  </a:moveTo>
                  <a:lnTo>
                    <a:pt x="54077" y="8291"/>
                  </a:lnTo>
                  <a:lnTo>
                    <a:pt x="1" y="8291"/>
                  </a:lnTo>
                  <a:lnTo>
                    <a:pt x="1" y="8862"/>
                  </a:lnTo>
                  <a:lnTo>
                    <a:pt x="54651" y="8862"/>
                  </a:lnTo>
                  <a:lnTo>
                    <a:pt x="54651" y="571"/>
                  </a:lnTo>
                  <a:lnTo>
                    <a:pt x="80780" y="571"/>
                  </a:lnTo>
                  <a:lnTo>
                    <a:pt x="84466" y="4257"/>
                  </a:lnTo>
                  <a:lnTo>
                    <a:pt x="91001" y="4257"/>
                  </a:lnTo>
                  <a:cubicBezTo>
                    <a:pt x="91114" y="4931"/>
                    <a:pt x="91685" y="5441"/>
                    <a:pt x="92391" y="5441"/>
                  </a:cubicBezTo>
                  <a:cubicBezTo>
                    <a:pt x="93165" y="5441"/>
                    <a:pt x="93800" y="4809"/>
                    <a:pt x="93800" y="4032"/>
                  </a:cubicBezTo>
                  <a:cubicBezTo>
                    <a:pt x="93800" y="3247"/>
                    <a:pt x="93165" y="2613"/>
                    <a:pt x="92391" y="2613"/>
                  </a:cubicBezTo>
                  <a:cubicBezTo>
                    <a:pt x="91727" y="2613"/>
                    <a:pt x="91185" y="3073"/>
                    <a:pt x="91021" y="3686"/>
                  </a:cubicBezTo>
                  <a:lnTo>
                    <a:pt x="84711" y="3686"/>
                  </a:lnTo>
                  <a:lnTo>
                    <a:pt x="8102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6" name="Google Shape;356;p30"/>
          <p:cNvGrpSpPr/>
          <p:nvPr/>
        </p:nvGrpSpPr>
        <p:grpSpPr>
          <a:xfrm>
            <a:off x="-78542" y="4269447"/>
            <a:ext cx="3892442" cy="640513"/>
            <a:chOff x="-78542" y="4269447"/>
            <a:chExt cx="3892442" cy="640513"/>
          </a:xfrm>
        </p:grpSpPr>
        <p:sp>
          <p:nvSpPr>
            <p:cNvPr id="357" name="Google Shape;357;p30"/>
            <p:cNvSpPr/>
            <p:nvPr/>
          </p:nvSpPr>
          <p:spPr>
            <a:xfrm flipH="1">
              <a:off x="-26956" y="4269447"/>
              <a:ext cx="3498330" cy="508988"/>
            </a:xfrm>
            <a:custGeom>
              <a:avLst/>
              <a:gdLst/>
              <a:ahLst/>
              <a:cxnLst/>
              <a:rect l="l" t="t" r="r" b="b"/>
              <a:pathLst>
                <a:path w="117001" h="17023" extrusionOk="0">
                  <a:moveTo>
                    <a:pt x="99111" y="0"/>
                  </a:moveTo>
                  <a:lnTo>
                    <a:pt x="99111" y="16481"/>
                  </a:lnTo>
                  <a:lnTo>
                    <a:pt x="1" y="16481"/>
                  </a:lnTo>
                  <a:lnTo>
                    <a:pt x="1" y="17022"/>
                  </a:lnTo>
                  <a:lnTo>
                    <a:pt x="99640" y="17022"/>
                  </a:lnTo>
                  <a:lnTo>
                    <a:pt x="99640" y="529"/>
                  </a:lnTo>
                  <a:lnTo>
                    <a:pt x="117001" y="529"/>
                  </a:lnTo>
                  <a:lnTo>
                    <a:pt x="117001" y="0"/>
                  </a:lnTo>
                  <a:close/>
                </a:path>
              </a:pathLst>
            </a:custGeom>
            <a:solidFill>
              <a:srgbClr val="A0D4FC">
                <a:alpha val="569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0"/>
            <p:cNvSpPr/>
            <p:nvPr/>
          </p:nvSpPr>
          <p:spPr>
            <a:xfrm flipH="1">
              <a:off x="-78542" y="4465736"/>
              <a:ext cx="3892442" cy="444224"/>
            </a:xfrm>
            <a:custGeom>
              <a:avLst/>
              <a:gdLst/>
              <a:ahLst/>
              <a:cxnLst/>
              <a:rect l="l" t="t" r="r" b="b"/>
              <a:pathLst>
                <a:path w="130182" h="14857" extrusionOk="0">
                  <a:moveTo>
                    <a:pt x="1122" y="0"/>
                  </a:moveTo>
                  <a:cubicBezTo>
                    <a:pt x="500" y="0"/>
                    <a:pt x="0" y="500"/>
                    <a:pt x="0" y="1113"/>
                  </a:cubicBezTo>
                  <a:cubicBezTo>
                    <a:pt x="0" y="1726"/>
                    <a:pt x="500" y="2226"/>
                    <a:pt x="1122" y="2226"/>
                  </a:cubicBezTo>
                  <a:cubicBezTo>
                    <a:pt x="1674" y="2226"/>
                    <a:pt x="2135" y="1829"/>
                    <a:pt x="2215" y="1297"/>
                  </a:cubicBezTo>
                  <a:lnTo>
                    <a:pt x="25671" y="1297"/>
                  </a:lnTo>
                  <a:lnTo>
                    <a:pt x="25671" y="14856"/>
                  </a:lnTo>
                  <a:lnTo>
                    <a:pt x="94034" y="14856"/>
                  </a:lnTo>
                  <a:lnTo>
                    <a:pt x="94034" y="3870"/>
                  </a:lnTo>
                  <a:lnTo>
                    <a:pt x="130182" y="3870"/>
                  </a:lnTo>
                  <a:lnTo>
                    <a:pt x="130182" y="3338"/>
                  </a:lnTo>
                  <a:lnTo>
                    <a:pt x="93503" y="3338"/>
                  </a:lnTo>
                  <a:lnTo>
                    <a:pt x="93503" y="14327"/>
                  </a:lnTo>
                  <a:lnTo>
                    <a:pt x="26203" y="14327"/>
                  </a:lnTo>
                  <a:lnTo>
                    <a:pt x="26203" y="755"/>
                  </a:lnTo>
                  <a:lnTo>
                    <a:pt x="2176" y="755"/>
                  </a:lnTo>
                  <a:cubicBezTo>
                    <a:pt x="2022" y="317"/>
                    <a:pt x="1613" y="0"/>
                    <a:pt x="112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9" name="Google Shape;359;p30"/>
          <p:cNvGrpSpPr/>
          <p:nvPr/>
        </p:nvGrpSpPr>
        <p:grpSpPr>
          <a:xfrm>
            <a:off x="7857267" y="4051107"/>
            <a:ext cx="1292571" cy="1114795"/>
            <a:chOff x="7745496" y="3824717"/>
            <a:chExt cx="854705" cy="737104"/>
          </a:xfrm>
        </p:grpSpPr>
        <p:sp>
          <p:nvSpPr>
            <p:cNvPr id="360" name="Google Shape;360;p30"/>
            <p:cNvSpPr/>
            <p:nvPr/>
          </p:nvSpPr>
          <p:spPr>
            <a:xfrm>
              <a:off x="7745496" y="4220121"/>
              <a:ext cx="341700" cy="341700"/>
            </a:xfrm>
            <a:prstGeom prst="plus">
              <a:avLst>
                <a:gd name="adj" fmla="val 32768"/>
              </a:avLst>
            </a:prstGeom>
            <a:solidFill>
              <a:srgbClr val="95E7D3">
                <a:alpha val="310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61" name="Google Shape;361;p30"/>
            <p:cNvSpPr/>
            <p:nvPr/>
          </p:nvSpPr>
          <p:spPr>
            <a:xfrm>
              <a:off x="8087201" y="3824717"/>
              <a:ext cx="513000" cy="513000"/>
            </a:xfrm>
            <a:prstGeom prst="plus">
              <a:avLst>
                <a:gd name="adj" fmla="val 32768"/>
              </a:avLst>
            </a:prstGeom>
            <a:solidFill>
              <a:srgbClr val="95E7D3">
                <a:alpha val="550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62" name="Google Shape;362;p30"/>
          <p:cNvGrpSpPr/>
          <p:nvPr/>
        </p:nvGrpSpPr>
        <p:grpSpPr>
          <a:xfrm>
            <a:off x="4" y="7390"/>
            <a:ext cx="901035" cy="723425"/>
            <a:chOff x="7745496" y="4083492"/>
            <a:chExt cx="595804" cy="478329"/>
          </a:xfrm>
        </p:grpSpPr>
        <p:sp>
          <p:nvSpPr>
            <p:cNvPr id="363" name="Google Shape;363;p30"/>
            <p:cNvSpPr/>
            <p:nvPr/>
          </p:nvSpPr>
          <p:spPr>
            <a:xfrm>
              <a:off x="7745496" y="4220121"/>
              <a:ext cx="341700" cy="341700"/>
            </a:xfrm>
            <a:prstGeom prst="plus">
              <a:avLst>
                <a:gd name="adj" fmla="val 32768"/>
              </a:avLst>
            </a:prstGeom>
            <a:solidFill>
              <a:srgbClr val="95E7D3">
                <a:alpha val="310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64" name="Google Shape;364;p30"/>
            <p:cNvSpPr/>
            <p:nvPr/>
          </p:nvSpPr>
          <p:spPr>
            <a:xfrm>
              <a:off x="8087200" y="4083492"/>
              <a:ext cx="254100" cy="254100"/>
            </a:xfrm>
            <a:prstGeom prst="plus">
              <a:avLst>
                <a:gd name="adj" fmla="val 32768"/>
              </a:avLst>
            </a:prstGeom>
            <a:solidFill>
              <a:srgbClr val="96E5D2">
                <a:alpha val="557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365" name="Google Shape;365;p30"/>
          <p:cNvSpPr/>
          <p:nvPr/>
        </p:nvSpPr>
        <p:spPr>
          <a:xfrm>
            <a:off x="303324" y="2575349"/>
            <a:ext cx="341700" cy="341700"/>
          </a:xfrm>
          <a:prstGeom prst="plus">
            <a:avLst>
              <a:gd name="adj" fmla="val 32768"/>
            </a:avLst>
          </a:prstGeom>
          <a:solidFill>
            <a:srgbClr val="95E7D3">
              <a:alpha val="55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Цели проекта</a:t>
            </a:r>
            <a:endParaRPr dirty="0"/>
          </a:p>
        </p:txBody>
      </p:sp>
      <p:sp>
        <p:nvSpPr>
          <p:cNvPr id="371" name="Google Shape;371;p31"/>
          <p:cNvSpPr txBox="1">
            <a:spLocks noGrp="1"/>
          </p:cNvSpPr>
          <p:nvPr>
            <p:ph type="body" idx="1"/>
          </p:nvPr>
        </p:nvSpPr>
        <p:spPr>
          <a:xfrm>
            <a:off x="720000" y="1061499"/>
            <a:ext cx="7704000" cy="34750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 algn="l">
              <a:buSzPct val="100000"/>
              <a:buFont typeface="Arial" panose="020B0604020202020204" pitchFamily="34" charset="0"/>
              <a:buChar char="•"/>
            </a:pPr>
            <a:r>
              <a:rPr lang="ru-RU" sz="2000" dirty="0"/>
              <a:t>Проанализировать предоставленный набор данных.</a:t>
            </a:r>
          </a:p>
          <a:p>
            <a:pPr marL="171450" indent="-171450" algn="l">
              <a:buSzPct val="100000"/>
              <a:buFont typeface="Arial" panose="020B0604020202020204" pitchFamily="34" charset="0"/>
              <a:buChar char="•"/>
            </a:pPr>
            <a:endParaRPr lang="ru-RU" sz="2000" dirty="0"/>
          </a:p>
          <a:p>
            <a:pPr marL="171450" indent="-171450" algn="l">
              <a:buSzPct val="100000"/>
              <a:buFont typeface="Arial" panose="020B0604020202020204" pitchFamily="34" charset="0"/>
              <a:buChar char="•"/>
            </a:pPr>
            <a:endParaRPr lang="ru-RU" sz="2000" dirty="0"/>
          </a:p>
          <a:p>
            <a:pPr marL="171450" indent="-171450" algn="l">
              <a:buSzPct val="100000"/>
              <a:buFont typeface="Arial" panose="020B0604020202020204" pitchFamily="34" charset="0"/>
              <a:buChar char="•"/>
            </a:pPr>
            <a:endParaRPr lang="ru-RU" sz="2000" dirty="0"/>
          </a:p>
          <a:p>
            <a:pPr marL="171450" indent="-171450" algn="l">
              <a:buSzPct val="100000"/>
              <a:buFont typeface="Arial" panose="020B0604020202020204" pitchFamily="34" charset="0"/>
              <a:buChar char="•"/>
            </a:pPr>
            <a:r>
              <a:rPr lang="ru-RU" sz="2000" dirty="0"/>
              <a:t>Выявить зависимости, на основании которых выдвинуть и проверить соответствующие гипотезы.</a:t>
            </a:r>
          </a:p>
          <a:p>
            <a:pPr marL="171450" indent="-171450" algn="l">
              <a:buSzPct val="100000"/>
              <a:buFont typeface="Arial" panose="020B0604020202020204" pitchFamily="34" charset="0"/>
              <a:buChar char="•"/>
            </a:pPr>
            <a:endParaRPr lang="ru-RU" sz="2000" dirty="0"/>
          </a:p>
          <a:p>
            <a:pPr marL="171450" indent="-171450" algn="l">
              <a:buSzPct val="100000"/>
              <a:buFont typeface="Arial" panose="020B0604020202020204" pitchFamily="34" charset="0"/>
              <a:buChar char="•"/>
            </a:pPr>
            <a:endParaRPr lang="ru-RU" sz="2000" dirty="0"/>
          </a:p>
          <a:p>
            <a:pPr marL="171450" indent="-171450" algn="l">
              <a:buSzPct val="100000"/>
              <a:buFont typeface="Arial" panose="020B0604020202020204" pitchFamily="34" charset="0"/>
              <a:buChar char="•"/>
            </a:pPr>
            <a:endParaRPr lang="ru-RU" sz="2000" dirty="0"/>
          </a:p>
          <a:p>
            <a:pPr marL="171450" indent="-171450" algn="l">
              <a:buSzPct val="100000"/>
              <a:buFont typeface="Arial" panose="020B0604020202020204" pitchFamily="34" charset="0"/>
              <a:buChar char="•"/>
            </a:pPr>
            <a:r>
              <a:rPr lang="ru-RU" sz="2000" dirty="0"/>
              <a:t>Представить заказчику результаты исследования и выводы</a:t>
            </a:r>
            <a:endParaRPr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Этапы</a:t>
            </a:r>
            <a:endParaRPr dirty="0"/>
          </a:p>
        </p:txBody>
      </p:sp>
      <p:sp>
        <p:nvSpPr>
          <p:cNvPr id="380" name="Google Shape;380;p32"/>
          <p:cNvSpPr txBox="1">
            <a:spLocks noGrp="1"/>
          </p:cNvSpPr>
          <p:nvPr>
            <p:ph type="title" idx="2"/>
          </p:nvPr>
        </p:nvSpPr>
        <p:spPr>
          <a:xfrm>
            <a:off x="720000" y="1573974"/>
            <a:ext cx="734700" cy="4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381" name="Google Shape;381;p32"/>
          <p:cNvSpPr txBox="1">
            <a:spLocks noGrp="1"/>
          </p:cNvSpPr>
          <p:nvPr>
            <p:ph type="subTitle" idx="1"/>
          </p:nvPr>
        </p:nvSpPr>
        <p:spPr>
          <a:xfrm>
            <a:off x="1562550" y="1491649"/>
            <a:ext cx="2545218" cy="3076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Первичная обработка данных</a:t>
            </a:r>
            <a:endParaRPr dirty="0"/>
          </a:p>
        </p:txBody>
      </p:sp>
      <p:sp>
        <p:nvSpPr>
          <p:cNvPr id="382" name="Google Shape;382;p32"/>
          <p:cNvSpPr txBox="1">
            <a:spLocks noGrp="1"/>
          </p:cNvSpPr>
          <p:nvPr>
            <p:ph type="title" idx="3"/>
          </p:nvPr>
        </p:nvSpPr>
        <p:spPr>
          <a:xfrm>
            <a:off x="720000" y="2463574"/>
            <a:ext cx="734700" cy="4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383" name="Google Shape;383;p32"/>
          <p:cNvSpPr txBox="1">
            <a:spLocks noGrp="1"/>
          </p:cNvSpPr>
          <p:nvPr>
            <p:ph type="subTitle" idx="4"/>
          </p:nvPr>
        </p:nvSpPr>
        <p:spPr>
          <a:xfrm>
            <a:off x="1562550" y="2463575"/>
            <a:ext cx="2669700" cy="4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Исследование данных</a:t>
            </a:r>
            <a:endParaRPr dirty="0"/>
          </a:p>
        </p:txBody>
      </p:sp>
      <p:sp>
        <p:nvSpPr>
          <p:cNvPr id="384" name="Google Shape;384;p32"/>
          <p:cNvSpPr txBox="1">
            <a:spLocks noGrp="1"/>
          </p:cNvSpPr>
          <p:nvPr>
            <p:ph type="title" idx="5"/>
          </p:nvPr>
        </p:nvSpPr>
        <p:spPr>
          <a:xfrm>
            <a:off x="720000" y="3353174"/>
            <a:ext cx="734700" cy="4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385" name="Google Shape;385;p32"/>
          <p:cNvSpPr txBox="1">
            <a:spLocks noGrp="1"/>
          </p:cNvSpPr>
          <p:nvPr>
            <p:ph type="subTitle" idx="6"/>
          </p:nvPr>
        </p:nvSpPr>
        <p:spPr>
          <a:xfrm>
            <a:off x="1562549" y="3235147"/>
            <a:ext cx="2424715" cy="2360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Проведение расчётов и первичные выводы</a:t>
            </a:r>
          </a:p>
        </p:txBody>
      </p:sp>
      <p:sp>
        <p:nvSpPr>
          <p:cNvPr id="386" name="Google Shape;386;p32"/>
          <p:cNvSpPr txBox="1">
            <a:spLocks noGrp="1"/>
          </p:cNvSpPr>
          <p:nvPr>
            <p:ph type="title" idx="7"/>
          </p:nvPr>
        </p:nvSpPr>
        <p:spPr>
          <a:xfrm>
            <a:off x="4700750" y="1573974"/>
            <a:ext cx="734700" cy="4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387" name="Google Shape;387;p32"/>
          <p:cNvSpPr txBox="1">
            <a:spLocks noGrp="1"/>
          </p:cNvSpPr>
          <p:nvPr>
            <p:ph type="subTitle" idx="8"/>
          </p:nvPr>
        </p:nvSpPr>
        <p:spPr>
          <a:xfrm>
            <a:off x="5543300" y="1420489"/>
            <a:ext cx="2669700" cy="4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Выдвижение гипотез и проверка гипотез</a:t>
            </a:r>
            <a:endParaRPr dirty="0"/>
          </a:p>
        </p:txBody>
      </p:sp>
      <p:sp>
        <p:nvSpPr>
          <p:cNvPr id="388" name="Google Shape;388;p32"/>
          <p:cNvSpPr txBox="1">
            <a:spLocks noGrp="1"/>
          </p:cNvSpPr>
          <p:nvPr>
            <p:ph type="title" idx="9"/>
          </p:nvPr>
        </p:nvSpPr>
        <p:spPr>
          <a:xfrm>
            <a:off x="4700750" y="2463574"/>
            <a:ext cx="734700" cy="4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389" name="Google Shape;389;p32"/>
          <p:cNvSpPr txBox="1">
            <a:spLocks noGrp="1"/>
          </p:cNvSpPr>
          <p:nvPr>
            <p:ph type="subTitle" idx="13"/>
          </p:nvPr>
        </p:nvSpPr>
        <p:spPr>
          <a:xfrm>
            <a:off x="5543300" y="2342187"/>
            <a:ext cx="2669700" cy="4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Построение регрессионной модели  </a:t>
            </a:r>
            <a:endParaRPr dirty="0"/>
          </a:p>
        </p:txBody>
      </p:sp>
      <p:sp>
        <p:nvSpPr>
          <p:cNvPr id="390" name="Google Shape;390;p32"/>
          <p:cNvSpPr txBox="1">
            <a:spLocks noGrp="1"/>
          </p:cNvSpPr>
          <p:nvPr>
            <p:ph type="title" idx="14"/>
          </p:nvPr>
        </p:nvSpPr>
        <p:spPr>
          <a:xfrm>
            <a:off x="4700750" y="3353174"/>
            <a:ext cx="734700" cy="4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sp>
        <p:nvSpPr>
          <p:cNvPr id="391" name="Google Shape;391;p32"/>
          <p:cNvSpPr txBox="1">
            <a:spLocks noGrp="1"/>
          </p:cNvSpPr>
          <p:nvPr>
            <p:ph type="subTitle" idx="15"/>
          </p:nvPr>
        </p:nvSpPr>
        <p:spPr>
          <a:xfrm>
            <a:off x="5543300" y="3235147"/>
            <a:ext cx="2669700" cy="4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Анализ результатов и выводы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5"/>
          <p:cNvSpPr txBox="1">
            <a:spLocks noGrp="1"/>
          </p:cNvSpPr>
          <p:nvPr>
            <p:ph type="title"/>
          </p:nvPr>
        </p:nvSpPr>
        <p:spPr>
          <a:xfrm>
            <a:off x="578233" y="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Первичная обработка + чистка</a:t>
            </a:r>
            <a:endParaRPr dirty="0"/>
          </a:p>
        </p:txBody>
      </p:sp>
      <p:grpSp>
        <p:nvGrpSpPr>
          <p:cNvPr id="422" name="Google Shape;422;p35"/>
          <p:cNvGrpSpPr/>
          <p:nvPr/>
        </p:nvGrpSpPr>
        <p:grpSpPr>
          <a:xfrm rot="5400000">
            <a:off x="7683344" y="21653"/>
            <a:ext cx="645611" cy="2488990"/>
            <a:chOff x="4419075" y="-2183412"/>
            <a:chExt cx="493775" cy="1903625"/>
          </a:xfrm>
        </p:grpSpPr>
        <p:sp>
          <p:nvSpPr>
            <p:cNvPr id="423" name="Google Shape;423;p35"/>
            <p:cNvSpPr/>
            <p:nvPr/>
          </p:nvSpPr>
          <p:spPr>
            <a:xfrm>
              <a:off x="4434950" y="-2183412"/>
              <a:ext cx="341575" cy="1817075"/>
            </a:xfrm>
            <a:custGeom>
              <a:avLst/>
              <a:gdLst/>
              <a:ahLst/>
              <a:cxnLst/>
              <a:rect l="l" t="t" r="r" b="b"/>
              <a:pathLst>
                <a:path w="13663" h="72683" extrusionOk="0">
                  <a:moveTo>
                    <a:pt x="0" y="1"/>
                  </a:moveTo>
                  <a:lnTo>
                    <a:pt x="0" y="23495"/>
                  </a:lnTo>
                  <a:lnTo>
                    <a:pt x="13212" y="23495"/>
                  </a:lnTo>
                  <a:lnTo>
                    <a:pt x="13212" y="72682"/>
                  </a:lnTo>
                  <a:lnTo>
                    <a:pt x="13663" y="72682"/>
                  </a:lnTo>
                  <a:lnTo>
                    <a:pt x="13663" y="23047"/>
                  </a:lnTo>
                  <a:lnTo>
                    <a:pt x="449" y="23047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5"/>
            <p:cNvSpPr/>
            <p:nvPr/>
          </p:nvSpPr>
          <p:spPr>
            <a:xfrm>
              <a:off x="4419075" y="-2089962"/>
              <a:ext cx="493775" cy="1810175"/>
            </a:xfrm>
            <a:custGeom>
              <a:avLst/>
              <a:gdLst/>
              <a:ahLst/>
              <a:cxnLst/>
              <a:rect l="l" t="t" r="r" b="b"/>
              <a:pathLst>
                <a:path w="19751" h="72407" extrusionOk="0">
                  <a:moveTo>
                    <a:pt x="19309" y="0"/>
                  </a:moveTo>
                  <a:lnTo>
                    <a:pt x="19309" y="55221"/>
                  </a:lnTo>
                  <a:lnTo>
                    <a:pt x="635" y="55221"/>
                  </a:lnTo>
                  <a:lnTo>
                    <a:pt x="635" y="70589"/>
                  </a:lnTo>
                  <a:cubicBezTo>
                    <a:pt x="268" y="70721"/>
                    <a:pt x="0" y="71059"/>
                    <a:pt x="0" y="71478"/>
                  </a:cubicBezTo>
                  <a:cubicBezTo>
                    <a:pt x="0" y="71988"/>
                    <a:pt x="420" y="72407"/>
                    <a:pt x="942" y="72407"/>
                  </a:cubicBezTo>
                  <a:cubicBezTo>
                    <a:pt x="1451" y="72407"/>
                    <a:pt x="1870" y="71988"/>
                    <a:pt x="1870" y="71478"/>
                  </a:cubicBezTo>
                  <a:cubicBezTo>
                    <a:pt x="1870" y="71008"/>
                    <a:pt x="1532" y="70620"/>
                    <a:pt x="1084" y="70559"/>
                  </a:cubicBezTo>
                  <a:lnTo>
                    <a:pt x="1084" y="55659"/>
                  </a:lnTo>
                  <a:lnTo>
                    <a:pt x="19750" y="55659"/>
                  </a:lnTo>
                  <a:lnTo>
                    <a:pt x="19750" y="0"/>
                  </a:lnTo>
                  <a:close/>
                </a:path>
              </a:pathLst>
            </a:custGeom>
            <a:solidFill>
              <a:srgbClr val="A0D4FC">
                <a:alpha val="569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8168C8D5-D754-46B1-3B82-E308DE5A1063}"/>
              </a:ext>
            </a:extLst>
          </p:cNvPr>
          <p:cNvSpPr txBox="1"/>
          <p:nvPr/>
        </p:nvSpPr>
        <p:spPr>
          <a:xfrm>
            <a:off x="524540" y="1187404"/>
            <a:ext cx="8399720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500" dirty="0"/>
              <a:t>Удаление явных дубликатов строк, поменяли два столбца </a:t>
            </a:r>
            <a:r>
              <a:rPr lang="en-US" sz="1500" dirty="0"/>
              <a:t>object </a:t>
            </a:r>
            <a:r>
              <a:rPr lang="ru-RU" sz="1500" dirty="0"/>
              <a:t>на </a:t>
            </a:r>
            <a:r>
              <a:rPr lang="en-US" sz="1500" dirty="0"/>
              <a:t>float </a:t>
            </a:r>
            <a:r>
              <a:rPr lang="ru-RU" sz="1500" dirty="0"/>
              <a:t>и </a:t>
            </a:r>
            <a:r>
              <a:rPr lang="en-US" sz="1500" dirty="0"/>
              <a:t>int(pH</a:t>
            </a:r>
            <a:r>
              <a:rPr lang="ru-RU" sz="1500" dirty="0"/>
              <a:t>, ЧСС), заменили все пропуски на медиану</a:t>
            </a:r>
          </a:p>
          <a:p>
            <a:endParaRPr lang="ru-RU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500" dirty="0"/>
              <a:t>Замена неправильных диагнозов ХБП</a:t>
            </a:r>
          </a:p>
          <a:p>
            <a:endParaRPr lang="ru-RU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500" dirty="0"/>
              <a:t>Обработка выбросов</a:t>
            </a:r>
          </a:p>
          <a:p>
            <a:endParaRPr lang="ru-RU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500" dirty="0"/>
              <a:t>Перевод некоторых бинарных столбцов в формат 1</a:t>
            </a:r>
            <a:r>
              <a:rPr lang="en-US" sz="1500" dirty="0"/>
              <a:t>/0</a:t>
            </a:r>
            <a:r>
              <a:rPr lang="ru-RU" sz="1500" dirty="0"/>
              <a:t> для удобства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500" dirty="0"/>
              <a:t>Привели таблицу к стандарту </a:t>
            </a:r>
            <a:r>
              <a:rPr lang="en-US" sz="1500" dirty="0"/>
              <a:t>PEP-8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500" dirty="0"/>
          </a:p>
          <a:p>
            <a:endParaRPr lang="ru-RU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" name="Google Shape;399;p33"/>
          <p:cNvGrpSpPr/>
          <p:nvPr/>
        </p:nvGrpSpPr>
        <p:grpSpPr>
          <a:xfrm rot="10800000">
            <a:off x="7917819" y="2825228"/>
            <a:ext cx="645611" cy="2488990"/>
            <a:chOff x="4419075" y="-2183412"/>
            <a:chExt cx="493775" cy="1903625"/>
          </a:xfrm>
        </p:grpSpPr>
        <p:sp>
          <p:nvSpPr>
            <p:cNvPr id="400" name="Google Shape;400;p33"/>
            <p:cNvSpPr/>
            <p:nvPr/>
          </p:nvSpPr>
          <p:spPr>
            <a:xfrm>
              <a:off x="4434950" y="-2183412"/>
              <a:ext cx="341575" cy="1817075"/>
            </a:xfrm>
            <a:custGeom>
              <a:avLst/>
              <a:gdLst/>
              <a:ahLst/>
              <a:cxnLst/>
              <a:rect l="l" t="t" r="r" b="b"/>
              <a:pathLst>
                <a:path w="13663" h="72683" extrusionOk="0">
                  <a:moveTo>
                    <a:pt x="0" y="1"/>
                  </a:moveTo>
                  <a:lnTo>
                    <a:pt x="0" y="23495"/>
                  </a:lnTo>
                  <a:lnTo>
                    <a:pt x="13212" y="23495"/>
                  </a:lnTo>
                  <a:lnTo>
                    <a:pt x="13212" y="72682"/>
                  </a:lnTo>
                  <a:lnTo>
                    <a:pt x="13663" y="72682"/>
                  </a:lnTo>
                  <a:lnTo>
                    <a:pt x="13663" y="23047"/>
                  </a:lnTo>
                  <a:lnTo>
                    <a:pt x="449" y="23047"/>
                  </a:lnTo>
                  <a:lnTo>
                    <a:pt x="44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33"/>
            <p:cNvSpPr/>
            <p:nvPr/>
          </p:nvSpPr>
          <p:spPr>
            <a:xfrm>
              <a:off x="4419075" y="-2089962"/>
              <a:ext cx="493775" cy="1810175"/>
            </a:xfrm>
            <a:custGeom>
              <a:avLst/>
              <a:gdLst/>
              <a:ahLst/>
              <a:cxnLst/>
              <a:rect l="l" t="t" r="r" b="b"/>
              <a:pathLst>
                <a:path w="19751" h="72407" extrusionOk="0">
                  <a:moveTo>
                    <a:pt x="19309" y="0"/>
                  </a:moveTo>
                  <a:lnTo>
                    <a:pt x="19309" y="55221"/>
                  </a:lnTo>
                  <a:lnTo>
                    <a:pt x="635" y="55221"/>
                  </a:lnTo>
                  <a:lnTo>
                    <a:pt x="635" y="70589"/>
                  </a:lnTo>
                  <a:cubicBezTo>
                    <a:pt x="268" y="70721"/>
                    <a:pt x="0" y="71059"/>
                    <a:pt x="0" y="71478"/>
                  </a:cubicBezTo>
                  <a:cubicBezTo>
                    <a:pt x="0" y="71988"/>
                    <a:pt x="420" y="72407"/>
                    <a:pt x="942" y="72407"/>
                  </a:cubicBezTo>
                  <a:cubicBezTo>
                    <a:pt x="1451" y="72407"/>
                    <a:pt x="1870" y="71988"/>
                    <a:pt x="1870" y="71478"/>
                  </a:cubicBezTo>
                  <a:cubicBezTo>
                    <a:pt x="1870" y="71008"/>
                    <a:pt x="1532" y="70620"/>
                    <a:pt x="1084" y="70559"/>
                  </a:cubicBezTo>
                  <a:lnTo>
                    <a:pt x="1084" y="55659"/>
                  </a:lnTo>
                  <a:lnTo>
                    <a:pt x="19750" y="55659"/>
                  </a:lnTo>
                  <a:lnTo>
                    <a:pt x="19750" y="0"/>
                  </a:lnTo>
                  <a:close/>
                </a:path>
              </a:pathLst>
            </a:custGeom>
            <a:solidFill>
              <a:srgbClr val="A0D4FC">
                <a:alpha val="569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8773610-9F2E-B980-4F10-44B12296BF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60" y="480846"/>
            <a:ext cx="3598847" cy="2722770"/>
          </a:xfrm>
          <a:prstGeom prst="rect">
            <a:avLst/>
          </a:prstGeom>
        </p:spPr>
      </p:pic>
      <p:sp>
        <p:nvSpPr>
          <p:cNvPr id="9" name="Google Shape;379;p32">
            <a:extLst>
              <a:ext uri="{FF2B5EF4-FFF2-40B4-BE49-F238E27FC236}">
                <a16:creationId xmlns:a16="http://schemas.microsoft.com/office/drawing/2014/main" id="{75F0A9BA-4FD4-4E4D-146D-25C6918769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2772" y="-76134"/>
            <a:ext cx="7474158" cy="5803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ru-RU" sz="2800" dirty="0"/>
              <a:t>Анамнез </a:t>
            </a:r>
            <a:r>
              <a:rPr lang="en-US" sz="2800" dirty="0"/>
              <a:t>/ </a:t>
            </a:r>
            <a:r>
              <a:rPr lang="ru-RU" sz="2800" dirty="0" err="1">
                <a:cs typeface="Krub" panose="00000500000000000000" pitchFamily="2" charset="-34"/>
              </a:rPr>
              <a:t>интраоперационный</a:t>
            </a:r>
            <a:r>
              <a:rPr lang="ru-RU" sz="2800" dirty="0"/>
              <a:t> </a:t>
            </a:r>
            <a:r>
              <a:rPr lang="ru-RU" sz="2800" dirty="0">
                <a:cs typeface="Krub" panose="00000500000000000000" pitchFamily="2" charset="-34"/>
              </a:rPr>
              <a:t>фактор</a:t>
            </a:r>
            <a:br>
              <a:rPr lang="ru-RU" sz="3000" dirty="0">
                <a:cs typeface="Krub" panose="00000500000000000000" pitchFamily="2" charset="-34"/>
              </a:rPr>
            </a:br>
            <a:endParaRPr sz="3000" dirty="0"/>
          </a:p>
        </p:txBody>
      </p:sp>
      <p:sp>
        <p:nvSpPr>
          <p:cNvPr id="12" name="Google Shape;381;p32">
            <a:extLst>
              <a:ext uri="{FF2B5EF4-FFF2-40B4-BE49-F238E27FC236}">
                <a16:creationId xmlns:a16="http://schemas.microsoft.com/office/drawing/2014/main" id="{F5EDC377-BA26-359D-D57A-32C308C764DE}"/>
              </a:ext>
            </a:extLst>
          </p:cNvPr>
          <p:cNvSpPr txBox="1">
            <a:spLocks/>
          </p:cNvSpPr>
          <p:nvPr/>
        </p:nvSpPr>
        <p:spPr>
          <a:xfrm>
            <a:off x="1562550" y="1491649"/>
            <a:ext cx="2545218" cy="3076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53490E-E6AE-5D0D-C454-141ACEF850C6}"/>
              </a:ext>
            </a:extLst>
          </p:cNvPr>
          <p:cNvSpPr txBox="1"/>
          <p:nvPr/>
        </p:nvSpPr>
        <p:spPr>
          <a:xfrm>
            <a:off x="3797321" y="817510"/>
            <a:ext cx="523121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0" i="0" dirty="0">
                <a:solidFill>
                  <a:schemeClr val="tx2">
                    <a:lumMod val="10000"/>
                  </a:schemeClr>
                </a:solidFill>
                <a:effectLst/>
                <a:latin typeface="+mn-lt"/>
                <a:cs typeface="Krub Medium" panose="00000600000000000000" pitchFamily="2" charset="-34"/>
              </a:rPr>
              <a:t>Гипотеза:</a:t>
            </a:r>
            <a:r>
              <a:rPr lang="en-US" sz="1600" b="0" i="0" dirty="0">
                <a:solidFill>
                  <a:schemeClr val="tx2">
                    <a:lumMod val="10000"/>
                  </a:schemeClr>
                </a:solidFill>
                <a:effectLst/>
                <a:latin typeface="+mn-lt"/>
                <a:cs typeface="Krub Medium" panose="00000600000000000000" pitchFamily="2" charset="-34"/>
              </a:rPr>
              <a:t> </a:t>
            </a:r>
          </a:p>
          <a:p>
            <a:r>
              <a:rPr lang="ru-RU" sz="1600" b="0" i="0" dirty="0">
                <a:solidFill>
                  <a:schemeClr val="tx2">
                    <a:lumMod val="10000"/>
                  </a:schemeClr>
                </a:solidFill>
                <a:effectLst/>
                <a:latin typeface="+mn-lt"/>
                <a:cs typeface="Krub Medium" panose="00000600000000000000" pitchFamily="2" charset="-34"/>
              </a:rPr>
              <a:t>Влияет ли количество шунтов на длительность операции? </a:t>
            </a:r>
            <a:endParaRPr lang="en-US" sz="1600" b="0" i="0" dirty="0">
              <a:solidFill>
                <a:schemeClr val="tx2">
                  <a:lumMod val="10000"/>
                </a:schemeClr>
              </a:solidFill>
              <a:effectLst/>
              <a:latin typeface="+mn-lt"/>
              <a:cs typeface="Krub Medium" panose="00000600000000000000" pitchFamily="2" charset="-34"/>
            </a:endParaRPr>
          </a:p>
          <a:p>
            <a:r>
              <a:rPr lang="ru-RU" sz="1600" b="0" i="0" dirty="0">
                <a:solidFill>
                  <a:schemeClr val="tx2">
                    <a:lumMod val="10000"/>
                  </a:schemeClr>
                </a:solidFill>
                <a:effectLst/>
                <a:latin typeface="+mn-lt"/>
                <a:cs typeface="Krub Medium" panose="00000600000000000000" pitchFamily="2" charset="-34"/>
              </a:rPr>
              <a:t>Вывод: </a:t>
            </a:r>
            <a:endParaRPr lang="en-US" sz="1600" b="0" i="0" dirty="0">
              <a:solidFill>
                <a:schemeClr val="tx2">
                  <a:lumMod val="10000"/>
                </a:schemeClr>
              </a:solidFill>
              <a:effectLst/>
              <a:latin typeface="+mn-lt"/>
              <a:cs typeface="Krub Medium" panose="00000600000000000000" pitchFamily="2" charset="-34"/>
            </a:endParaRPr>
          </a:p>
          <a:p>
            <a:r>
              <a:rPr lang="ru-RU" sz="1600" b="0" i="0" dirty="0">
                <a:solidFill>
                  <a:schemeClr val="tx2">
                    <a:lumMod val="10000"/>
                  </a:schemeClr>
                </a:solidFill>
                <a:effectLst/>
                <a:latin typeface="+mn-lt"/>
                <a:cs typeface="Krub Medium" panose="00000600000000000000" pitchFamily="2" charset="-34"/>
              </a:rPr>
              <a:t>Да, влияет. На графике явно видно увеличение времени операции в зависимости от количества шунтов. Длительность операции также косвенно влияет на риск развития таких болезней как ОПП или ХБП.</a:t>
            </a:r>
            <a:endParaRPr lang="ru-RU" sz="1600" dirty="0">
              <a:solidFill>
                <a:schemeClr val="tx2">
                  <a:lumMod val="10000"/>
                </a:schemeClr>
              </a:solidFill>
              <a:latin typeface="+mn-lt"/>
              <a:cs typeface="Krub Medium" panose="00000600000000000000" pitchFamily="2" charset="-3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C343E3-C301-C440-F947-819BC10C3E2E}"/>
              </a:ext>
            </a:extLst>
          </p:cNvPr>
          <p:cNvSpPr txBox="1"/>
          <p:nvPr/>
        </p:nvSpPr>
        <p:spPr>
          <a:xfrm>
            <a:off x="382772" y="1417674"/>
            <a:ext cx="184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5CA1278-8BF6-9649-AAAC-74663D3F1B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9251" y="2825228"/>
            <a:ext cx="2718130" cy="22166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E9826A1-1477-0EF5-1541-0BD298C73316}"/>
              </a:ext>
            </a:extLst>
          </p:cNvPr>
          <p:cNvSpPr txBox="1"/>
          <p:nvPr/>
        </p:nvSpPr>
        <p:spPr>
          <a:xfrm>
            <a:off x="110532" y="3315956"/>
            <a:ext cx="610871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Есть ли зависимость между возрастом и вероятностью заболеть ХБП?</a:t>
            </a:r>
          </a:p>
          <a:p>
            <a:br>
              <a:rPr lang="ru-RU" dirty="0"/>
            </a:br>
            <a:r>
              <a:rPr lang="ru-RU" dirty="0"/>
              <a:t>На графике показано количество больных ХБП людей в разном возрасте, видно что пик заболеваемости приходиться на группу </a:t>
            </a:r>
          </a:p>
          <a:p>
            <a:r>
              <a:rPr lang="ru-RU" dirty="0"/>
              <a:t>60-70 лет, люди в этом возрасте чаще всего подвержены болезни.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4"/>
          <p:cNvSpPr txBox="1">
            <a:spLocks noGrp="1"/>
          </p:cNvSpPr>
          <p:nvPr>
            <p:ph type="title"/>
          </p:nvPr>
        </p:nvSpPr>
        <p:spPr>
          <a:xfrm>
            <a:off x="1797151" y="0"/>
            <a:ext cx="4812506" cy="7403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Биохимический фактор</a:t>
            </a:r>
            <a:endParaRPr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CBDDE509-ACD7-1982-5F83-078FDE962F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3507" y="1227228"/>
            <a:ext cx="3949774" cy="296748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F931F56-167A-57D8-7B07-6C703C38041B}"/>
              </a:ext>
            </a:extLst>
          </p:cNvPr>
          <p:cNvSpPr txBox="1"/>
          <p:nvPr/>
        </p:nvSpPr>
        <p:spPr>
          <a:xfrm>
            <a:off x="328989" y="1017478"/>
            <a:ext cx="460451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effectLst/>
              </a:rPr>
              <a:t>Гипотеза: </a:t>
            </a:r>
          </a:p>
          <a:p>
            <a:r>
              <a:rPr lang="ru-RU" dirty="0">
                <a:effectLst/>
              </a:rPr>
              <a:t>РН показатель крови влияет на ОПП.</a:t>
            </a:r>
          </a:p>
          <a:p>
            <a:endParaRPr lang="ru-RU" dirty="0">
              <a:effectLst/>
            </a:endParaRPr>
          </a:p>
          <a:p>
            <a:r>
              <a:rPr lang="ru-RU" dirty="0">
                <a:effectLst/>
              </a:rPr>
              <a:t>Изначально я посмотрел на данные с</a:t>
            </a:r>
            <a:r>
              <a:rPr lang="en-US" dirty="0">
                <a:effectLst/>
              </a:rPr>
              <a:t> </a:t>
            </a:r>
            <a:r>
              <a:rPr lang="ru-RU" dirty="0">
                <a:effectLst/>
              </a:rPr>
              <a:t>помощью </a:t>
            </a:r>
            <a:r>
              <a:rPr lang="en-US" dirty="0">
                <a:effectLst/>
              </a:rPr>
              <a:t>boxplot. </a:t>
            </a:r>
            <a:r>
              <a:rPr lang="ru-RU" dirty="0">
                <a:effectLst/>
              </a:rPr>
              <a:t>Грубые ошибки</a:t>
            </a:r>
            <a:r>
              <a:rPr lang="ru-RU" dirty="0"/>
              <a:t> исказили наш результат, поэтому я убрал их, которые отличались от верхней и нижней квантили на 3</a:t>
            </a:r>
            <a:r>
              <a:rPr lang="en-US" dirty="0"/>
              <a:t>H.</a:t>
            </a:r>
            <a:endParaRPr lang="ru-RU" dirty="0">
              <a:effectLst/>
            </a:endParaRPr>
          </a:p>
          <a:p>
            <a:endParaRPr lang="ru-RU" dirty="0">
              <a:effectLst/>
            </a:endParaRPr>
          </a:p>
          <a:p>
            <a:r>
              <a:rPr lang="ru-RU" dirty="0">
                <a:solidFill>
                  <a:srgbClr val="171616"/>
                </a:solidFill>
                <a:latin typeface="+mn-lt"/>
              </a:rPr>
              <a:t>М</a:t>
            </a:r>
            <a:r>
              <a:rPr lang="ru-RU" b="0" i="0" dirty="0">
                <a:solidFill>
                  <a:srgbClr val="171616"/>
                </a:solidFill>
                <a:effectLst/>
                <a:latin typeface="+mn-lt"/>
              </a:rPr>
              <a:t>ы нашли </a:t>
            </a:r>
            <a:r>
              <a:rPr lang="en-US" b="0" i="0" dirty="0" err="1">
                <a:solidFill>
                  <a:srgbClr val="171616"/>
                </a:solidFill>
                <a:effectLst/>
                <a:latin typeface="+mn-lt"/>
              </a:rPr>
              <a:t>pvalue</a:t>
            </a:r>
            <a:r>
              <a:rPr lang="en-US" b="0" i="0" dirty="0">
                <a:solidFill>
                  <a:srgbClr val="171616"/>
                </a:solidFill>
                <a:effectLst/>
                <a:latin typeface="+mn-lt"/>
              </a:rPr>
              <a:t>=0.008</a:t>
            </a:r>
            <a:r>
              <a:rPr lang="ru-RU" b="0" i="0" dirty="0">
                <a:solidFill>
                  <a:srgbClr val="171616"/>
                </a:solidFill>
                <a:effectLst/>
                <a:latin typeface="+mn-lt"/>
              </a:rPr>
              <a:t> теста Манна-Уитни, и </a:t>
            </a:r>
            <a:r>
              <a:rPr lang="ru-RU" b="0" i="0" dirty="0">
                <a:solidFill>
                  <a:srgbClr val="171616"/>
                </a:solidFill>
                <a:latin typeface="+mn-lt"/>
              </a:rPr>
              <a:t>п</a:t>
            </a:r>
            <a:r>
              <a:rPr lang="ru-RU" dirty="0">
                <a:effectLst/>
              </a:rPr>
              <a:t>оскольку </a:t>
            </a:r>
            <a:r>
              <a:rPr lang="ru-RU" dirty="0" err="1">
                <a:effectLst/>
              </a:rPr>
              <a:t>pvalue</a:t>
            </a:r>
            <a:r>
              <a:rPr lang="ru-RU" dirty="0">
                <a:effectLst/>
              </a:rPr>
              <a:t> &lt; 0.05, то мы можем сказать, что </a:t>
            </a:r>
            <a:r>
              <a:rPr lang="en-US" dirty="0"/>
              <a:t>pH</a:t>
            </a:r>
            <a:r>
              <a:rPr lang="ru-RU" dirty="0">
                <a:effectLst/>
              </a:rPr>
              <a:t> показатель не влияет на развитие ОПП.</a:t>
            </a:r>
          </a:p>
          <a:p>
            <a:endParaRPr lang="ru-RU" dirty="0"/>
          </a:p>
          <a:p>
            <a:endParaRPr lang="ru-RU" dirty="0">
              <a:effectLst/>
            </a:endParaRPr>
          </a:p>
          <a:p>
            <a:r>
              <a:rPr lang="ru-RU" dirty="0">
                <a:effectLst/>
              </a:rPr>
              <a:t>Вывод: </a:t>
            </a:r>
          </a:p>
          <a:p>
            <a:r>
              <a:rPr lang="ru-RU" dirty="0">
                <a:effectLst/>
              </a:rPr>
              <a:t>Гипотеза не подтвердилась, РН не влияет на развитие ОПП.</a:t>
            </a:r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Регрессионная модель</a:t>
            </a:r>
            <a:endParaRPr dirty="0"/>
          </a:p>
        </p:txBody>
      </p:sp>
      <p:sp>
        <p:nvSpPr>
          <p:cNvPr id="448" name="Google Shape;448;p36"/>
          <p:cNvSpPr txBox="1">
            <a:spLocks noGrp="1"/>
          </p:cNvSpPr>
          <p:nvPr>
            <p:ph type="subTitle" idx="1"/>
          </p:nvPr>
        </p:nvSpPr>
        <p:spPr>
          <a:xfrm>
            <a:off x="10330344" y="565469"/>
            <a:ext cx="2273700" cy="12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50" name="Google Shape;450;p36"/>
          <p:cNvSpPr txBox="1">
            <a:spLocks noGrp="1"/>
          </p:cNvSpPr>
          <p:nvPr>
            <p:ph type="subTitle" idx="3"/>
          </p:nvPr>
        </p:nvSpPr>
        <p:spPr>
          <a:xfrm>
            <a:off x="9522677" y="2337625"/>
            <a:ext cx="807667" cy="5083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52" name="Google Shape;452;p36"/>
          <p:cNvSpPr txBox="1">
            <a:spLocks noGrp="1"/>
          </p:cNvSpPr>
          <p:nvPr>
            <p:ph type="subTitle" idx="5"/>
          </p:nvPr>
        </p:nvSpPr>
        <p:spPr>
          <a:xfrm>
            <a:off x="9651880" y="2698238"/>
            <a:ext cx="497391" cy="7719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53" name="Google Shape;453;p36"/>
          <p:cNvSpPr txBox="1">
            <a:spLocks noGrp="1"/>
          </p:cNvSpPr>
          <p:nvPr>
            <p:ph type="subTitle" idx="6"/>
          </p:nvPr>
        </p:nvSpPr>
        <p:spPr>
          <a:xfrm>
            <a:off x="9473183" y="2337625"/>
            <a:ext cx="427391" cy="41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8ACA624-2196-0047-516A-55B7FD01A6EC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 rot="21365863" flipH="1">
            <a:off x="9524380" y="2364450"/>
            <a:ext cx="45719" cy="41460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2C4C67AE-F34D-2FD4-83C2-0167C2417982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9900576" y="616747"/>
            <a:ext cx="2273700" cy="41460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17E471-082C-F2F3-FB68-12447C005C72}"/>
              </a:ext>
            </a:extLst>
          </p:cNvPr>
          <p:cNvSpPr txBox="1"/>
          <p:nvPr/>
        </p:nvSpPr>
        <p:spPr>
          <a:xfrm>
            <a:off x="422667" y="2261193"/>
            <a:ext cx="5404043" cy="1246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500" dirty="0"/>
              <a:t>Прогнозирование результатов значения СКФ </a:t>
            </a:r>
            <a:br>
              <a:rPr lang="ru-RU" sz="1500" dirty="0"/>
            </a:br>
            <a:r>
              <a:rPr lang="ru-RU" sz="1500" dirty="0"/>
              <a:t>на основании таких факторов как возраст и время</a:t>
            </a:r>
            <a:br>
              <a:rPr lang="ru-RU" sz="1500" dirty="0"/>
            </a:br>
            <a:r>
              <a:rPr lang="ru-RU" sz="1500" dirty="0"/>
              <a:t>пережатия аорты.</a:t>
            </a:r>
            <a:br>
              <a:rPr lang="ru-RU" sz="1500" dirty="0"/>
            </a:br>
            <a:r>
              <a:rPr lang="ru-RU" sz="1500" dirty="0"/>
              <a:t>Эту модель можно использовать для прогнозирования</a:t>
            </a:r>
            <a:br>
              <a:rPr lang="ru-RU" sz="1500" dirty="0"/>
            </a:br>
            <a:r>
              <a:rPr lang="ru-RU" sz="1500" dirty="0"/>
              <a:t>диагнозов ХБП и ОПП, т.к. они зависят от параметра СКФ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4CE0475-AE28-B538-B4A4-1A9318C29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7318" y="1449636"/>
            <a:ext cx="3466681" cy="286960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0"/>
          <p:cNvSpPr txBox="1">
            <a:spLocks noGrp="1"/>
          </p:cNvSpPr>
          <p:nvPr>
            <p:ph type="subTitle" idx="1"/>
          </p:nvPr>
        </p:nvSpPr>
        <p:spPr>
          <a:xfrm>
            <a:off x="882330" y="1379106"/>
            <a:ext cx="7575870" cy="16938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/>
              <a:t>Проведя исследование мы обнаружили важные для прогноза зависимости, структурировали статистику и проверили несколько гипотез, результаты исследования которых можно применять для дальнейших изучений.</a:t>
            </a:r>
            <a:endParaRPr sz="2000" dirty="0"/>
          </a:p>
        </p:txBody>
      </p:sp>
      <p:sp>
        <p:nvSpPr>
          <p:cNvPr id="574" name="Google Shape;574;p40"/>
          <p:cNvSpPr txBox="1">
            <a:spLocks noGrp="1"/>
          </p:cNvSpPr>
          <p:nvPr>
            <p:ph type="title"/>
          </p:nvPr>
        </p:nvSpPr>
        <p:spPr>
          <a:xfrm>
            <a:off x="2008342" y="283217"/>
            <a:ext cx="4700015" cy="77292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000" dirty="0"/>
              <a:t>Результаты</a:t>
            </a:r>
            <a:endParaRPr sz="5000" dirty="0"/>
          </a:p>
        </p:txBody>
      </p:sp>
      <p:grpSp>
        <p:nvGrpSpPr>
          <p:cNvPr id="576" name="Google Shape;576;p40"/>
          <p:cNvGrpSpPr/>
          <p:nvPr/>
        </p:nvGrpSpPr>
        <p:grpSpPr>
          <a:xfrm>
            <a:off x="2008342" y="839265"/>
            <a:ext cx="901035" cy="723425"/>
            <a:chOff x="7745496" y="4083492"/>
            <a:chExt cx="595804" cy="478329"/>
          </a:xfrm>
        </p:grpSpPr>
        <p:sp>
          <p:nvSpPr>
            <p:cNvPr id="577" name="Google Shape;577;p40"/>
            <p:cNvSpPr/>
            <p:nvPr/>
          </p:nvSpPr>
          <p:spPr>
            <a:xfrm>
              <a:off x="7745496" y="4220121"/>
              <a:ext cx="341700" cy="341700"/>
            </a:xfrm>
            <a:prstGeom prst="plus">
              <a:avLst>
                <a:gd name="adj" fmla="val 32768"/>
              </a:avLst>
            </a:prstGeom>
            <a:solidFill>
              <a:srgbClr val="95E7D3">
                <a:alpha val="310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78" name="Google Shape;578;p40"/>
            <p:cNvSpPr/>
            <p:nvPr/>
          </p:nvSpPr>
          <p:spPr>
            <a:xfrm>
              <a:off x="8087200" y="4083492"/>
              <a:ext cx="254100" cy="254100"/>
            </a:xfrm>
            <a:prstGeom prst="plus">
              <a:avLst>
                <a:gd name="adj" fmla="val 32768"/>
              </a:avLst>
            </a:prstGeom>
            <a:solidFill>
              <a:srgbClr val="96E5D2">
                <a:alpha val="557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579" name="Google Shape;579;p40"/>
          <p:cNvSpPr/>
          <p:nvPr/>
        </p:nvSpPr>
        <p:spPr>
          <a:xfrm>
            <a:off x="1532661" y="3412074"/>
            <a:ext cx="341700" cy="341700"/>
          </a:xfrm>
          <a:prstGeom prst="plus">
            <a:avLst>
              <a:gd name="adj" fmla="val 32768"/>
            </a:avLst>
          </a:prstGeom>
          <a:solidFill>
            <a:srgbClr val="95E7D3">
              <a:alpha val="55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0" name="Google Shape;580;p40"/>
          <p:cNvSpPr/>
          <p:nvPr/>
        </p:nvSpPr>
        <p:spPr>
          <a:xfrm>
            <a:off x="2490930" y="3412073"/>
            <a:ext cx="900900" cy="900900"/>
          </a:xfrm>
          <a:prstGeom prst="plus">
            <a:avLst>
              <a:gd name="adj" fmla="val 32768"/>
            </a:avLst>
          </a:prstGeom>
          <a:solidFill>
            <a:srgbClr val="95E7D3">
              <a:alpha val="3100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" name="Google Shape;1053;p50">
            <a:extLst>
              <a:ext uri="{FF2B5EF4-FFF2-40B4-BE49-F238E27FC236}">
                <a16:creationId xmlns:a16="http://schemas.microsoft.com/office/drawing/2014/main" id="{26BF73BC-FB8A-B84F-2703-DBB04FB07787}"/>
              </a:ext>
            </a:extLst>
          </p:cNvPr>
          <p:cNvGrpSpPr/>
          <p:nvPr/>
        </p:nvGrpSpPr>
        <p:grpSpPr>
          <a:xfrm>
            <a:off x="918312" y="358721"/>
            <a:ext cx="644928" cy="697423"/>
            <a:chOff x="5498439" y="1508125"/>
            <a:chExt cx="245526" cy="323882"/>
          </a:xfrm>
        </p:grpSpPr>
        <p:sp>
          <p:nvSpPr>
            <p:cNvPr id="4" name="Google Shape;1054;p50">
              <a:extLst>
                <a:ext uri="{FF2B5EF4-FFF2-40B4-BE49-F238E27FC236}">
                  <a16:creationId xmlns:a16="http://schemas.microsoft.com/office/drawing/2014/main" id="{A0159C9F-A886-CC67-2936-C05A53EB3A1F}"/>
                </a:ext>
              </a:extLst>
            </p:cNvPr>
            <p:cNvSpPr/>
            <p:nvPr/>
          </p:nvSpPr>
          <p:spPr>
            <a:xfrm>
              <a:off x="5613990" y="1566381"/>
              <a:ext cx="14422" cy="11718"/>
            </a:xfrm>
            <a:custGeom>
              <a:avLst/>
              <a:gdLst/>
              <a:ahLst/>
              <a:cxnLst/>
              <a:rect l="l" t="t" r="r" b="b"/>
              <a:pathLst>
                <a:path w="480" h="390" extrusionOk="0">
                  <a:moveTo>
                    <a:pt x="0" y="1"/>
                  </a:moveTo>
                  <a:cubicBezTo>
                    <a:pt x="51" y="145"/>
                    <a:pt x="134" y="280"/>
                    <a:pt x="243" y="390"/>
                  </a:cubicBezTo>
                  <a:cubicBezTo>
                    <a:pt x="344" y="280"/>
                    <a:pt x="429" y="145"/>
                    <a:pt x="4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055;p50">
              <a:extLst>
                <a:ext uri="{FF2B5EF4-FFF2-40B4-BE49-F238E27FC236}">
                  <a16:creationId xmlns:a16="http://schemas.microsoft.com/office/drawing/2014/main" id="{E7CEAFFA-BC15-4D5B-E574-4838C54E7739}"/>
                </a:ext>
              </a:extLst>
            </p:cNvPr>
            <p:cNvSpPr/>
            <p:nvPr/>
          </p:nvSpPr>
          <p:spPr>
            <a:xfrm>
              <a:off x="5554923" y="1508125"/>
              <a:ext cx="132559" cy="134572"/>
            </a:xfrm>
            <a:custGeom>
              <a:avLst/>
              <a:gdLst/>
              <a:ahLst/>
              <a:cxnLst/>
              <a:rect l="l" t="t" r="r" b="b"/>
              <a:pathLst>
                <a:path w="4412" h="4479" extrusionOk="0">
                  <a:moveTo>
                    <a:pt x="3170" y="1308"/>
                  </a:moveTo>
                  <a:lnTo>
                    <a:pt x="3146" y="1644"/>
                  </a:lnTo>
                  <a:cubicBezTo>
                    <a:pt x="3112" y="2193"/>
                    <a:pt x="2834" y="2691"/>
                    <a:pt x="2387" y="3003"/>
                  </a:cubicBezTo>
                  <a:lnTo>
                    <a:pt x="2209" y="3138"/>
                  </a:lnTo>
                  <a:lnTo>
                    <a:pt x="2025" y="3003"/>
                  </a:lnTo>
                  <a:cubicBezTo>
                    <a:pt x="1577" y="2691"/>
                    <a:pt x="1298" y="2193"/>
                    <a:pt x="1266" y="1644"/>
                  </a:cubicBezTo>
                  <a:lnTo>
                    <a:pt x="1239" y="1308"/>
                  </a:lnTo>
                  <a:close/>
                  <a:moveTo>
                    <a:pt x="1" y="1"/>
                  </a:moveTo>
                  <a:lnTo>
                    <a:pt x="1" y="1519"/>
                  </a:lnTo>
                  <a:cubicBezTo>
                    <a:pt x="1" y="2169"/>
                    <a:pt x="195" y="2792"/>
                    <a:pt x="582" y="3333"/>
                  </a:cubicBezTo>
                  <a:cubicBezTo>
                    <a:pt x="970" y="3863"/>
                    <a:pt x="1501" y="4244"/>
                    <a:pt x="2108" y="4446"/>
                  </a:cubicBezTo>
                  <a:lnTo>
                    <a:pt x="2209" y="4478"/>
                  </a:lnTo>
                  <a:lnTo>
                    <a:pt x="2302" y="4446"/>
                  </a:lnTo>
                  <a:cubicBezTo>
                    <a:pt x="2909" y="4244"/>
                    <a:pt x="3442" y="3863"/>
                    <a:pt x="3828" y="3333"/>
                  </a:cubicBezTo>
                  <a:cubicBezTo>
                    <a:pt x="4217" y="2792"/>
                    <a:pt x="4411" y="2169"/>
                    <a:pt x="4411" y="1519"/>
                  </a:cubicBezTo>
                  <a:lnTo>
                    <a:pt x="44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056;p50">
              <a:extLst>
                <a:ext uri="{FF2B5EF4-FFF2-40B4-BE49-F238E27FC236}">
                  <a16:creationId xmlns:a16="http://schemas.microsoft.com/office/drawing/2014/main" id="{9A3C7A21-EA52-9FE0-0649-59FA4627C977}"/>
                </a:ext>
              </a:extLst>
            </p:cNvPr>
            <p:cNvSpPr/>
            <p:nvPr/>
          </p:nvSpPr>
          <p:spPr>
            <a:xfrm>
              <a:off x="5574151" y="1645459"/>
              <a:ext cx="37556" cy="53720"/>
            </a:xfrm>
            <a:custGeom>
              <a:avLst/>
              <a:gdLst/>
              <a:ahLst/>
              <a:cxnLst/>
              <a:rect l="l" t="t" r="r" b="b"/>
              <a:pathLst>
                <a:path w="1250" h="1788" extrusionOk="0">
                  <a:moveTo>
                    <a:pt x="322" y="0"/>
                  </a:moveTo>
                  <a:cubicBezTo>
                    <a:pt x="136" y="515"/>
                    <a:pt x="27" y="1130"/>
                    <a:pt x="0" y="1788"/>
                  </a:cubicBezTo>
                  <a:lnTo>
                    <a:pt x="1249" y="1788"/>
                  </a:lnTo>
                  <a:lnTo>
                    <a:pt x="1249" y="472"/>
                  </a:lnTo>
                  <a:cubicBezTo>
                    <a:pt x="921" y="355"/>
                    <a:pt x="607" y="195"/>
                    <a:pt x="3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057;p50">
              <a:extLst>
                <a:ext uri="{FF2B5EF4-FFF2-40B4-BE49-F238E27FC236}">
                  <a16:creationId xmlns:a16="http://schemas.microsoft.com/office/drawing/2014/main" id="{889B53B3-A006-CFAB-BDE0-A21C25C5EBCD}"/>
                </a:ext>
              </a:extLst>
            </p:cNvPr>
            <p:cNvSpPr/>
            <p:nvPr/>
          </p:nvSpPr>
          <p:spPr>
            <a:xfrm>
              <a:off x="5574151" y="1718197"/>
              <a:ext cx="37556" cy="91968"/>
            </a:xfrm>
            <a:custGeom>
              <a:avLst/>
              <a:gdLst/>
              <a:ahLst/>
              <a:cxnLst/>
              <a:rect l="l" t="t" r="r" b="b"/>
              <a:pathLst>
                <a:path w="1250" h="3061" extrusionOk="0">
                  <a:moveTo>
                    <a:pt x="0" y="0"/>
                  </a:moveTo>
                  <a:cubicBezTo>
                    <a:pt x="77" y="1593"/>
                    <a:pt x="642" y="2757"/>
                    <a:pt x="1249" y="3061"/>
                  </a:cubicBezTo>
                  <a:lnTo>
                    <a:pt x="12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058;p50">
              <a:extLst>
                <a:ext uri="{FF2B5EF4-FFF2-40B4-BE49-F238E27FC236}">
                  <a16:creationId xmlns:a16="http://schemas.microsoft.com/office/drawing/2014/main" id="{4E4455EE-127B-025E-1D2C-791BE631FE6F}"/>
                </a:ext>
              </a:extLst>
            </p:cNvPr>
            <p:cNvSpPr/>
            <p:nvPr/>
          </p:nvSpPr>
          <p:spPr>
            <a:xfrm>
              <a:off x="5673749" y="1608234"/>
              <a:ext cx="70215" cy="90946"/>
            </a:xfrm>
            <a:custGeom>
              <a:avLst/>
              <a:gdLst/>
              <a:ahLst/>
              <a:cxnLst/>
              <a:rect l="l" t="t" r="r" b="b"/>
              <a:pathLst>
                <a:path w="2337" h="3027" extrusionOk="0">
                  <a:moveTo>
                    <a:pt x="608" y="1"/>
                  </a:moveTo>
                  <a:cubicBezTo>
                    <a:pt x="541" y="126"/>
                    <a:pt x="472" y="244"/>
                    <a:pt x="389" y="363"/>
                  </a:cubicBezTo>
                  <a:cubicBezTo>
                    <a:pt x="270" y="523"/>
                    <a:pt x="145" y="675"/>
                    <a:pt x="1" y="818"/>
                  </a:cubicBezTo>
                  <a:cubicBezTo>
                    <a:pt x="262" y="1442"/>
                    <a:pt x="414" y="2209"/>
                    <a:pt x="448" y="3027"/>
                  </a:cubicBezTo>
                  <a:lnTo>
                    <a:pt x="2337" y="3027"/>
                  </a:lnTo>
                  <a:cubicBezTo>
                    <a:pt x="2236" y="1812"/>
                    <a:pt x="1594" y="699"/>
                    <a:pt x="6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059;p50">
              <a:extLst>
                <a:ext uri="{FF2B5EF4-FFF2-40B4-BE49-F238E27FC236}">
                  <a16:creationId xmlns:a16="http://schemas.microsoft.com/office/drawing/2014/main" id="{1F6E63EA-148B-59BC-2D43-2663AA2D199E}"/>
                </a:ext>
              </a:extLst>
            </p:cNvPr>
            <p:cNvSpPr/>
            <p:nvPr/>
          </p:nvSpPr>
          <p:spPr>
            <a:xfrm>
              <a:off x="5630695" y="1718197"/>
              <a:ext cx="37496" cy="91968"/>
            </a:xfrm>
            <a:custGeom>
              <a:avLst/>
              <a:gdLst/>
              <a:ahLst/>
              <a:cxnLst/>
              <a:rect l="l" t="t" r="r" b="b"/>
              <a:pathLst>
                <a:path w="1248" h="3061" extrusionOk="0">
                  <a:moveTo>
                    <a:pt x="1" y="0"/>
                  </a:moveTo>
                  <a:lnTo>
                    <a:pt x="1" y="3061"/>
                  </a:lnTo>
                  <a:cubicBezTo>
                    <a:pt x="608" y="2757"/>
                    <a:pt x="1173" y="1593"/>
                    <a:pt x="12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060;p50">
              <a:extLst>
                <a:ext uri="{FF2B5EF4-FFF2-40B4-BE49-F238E27FC236}">
                  <a16:creationId xmlns:a16="http://schemas.microsoft.com/office/drawing/2014/main" id="{C4AED2D2-AB42-2B90-0635-E482F40D3B51}"/>
                </a:ext>
              </a:extLst>
            </p:cNvPr>
            <p:cNvSpPr/>
            <p:nvPr/>
          </p:nvSpPr>
          <p:spPr>
            <a:xfrm>
              <a:off x="5498439" y="1608234"/>
              <a:ext cx="70215" cy="90946"/>
            </a:xfrm>
            <a:custGeom>
              <a:avLst/>
              <a:gdLst/>
              <a:ahLst/>
              <a:cxnLst/>
              <a:rect l="l" t="t" r="r" b="b"/>
              <a:pathLst>
                <a:path w="2337" h="3027" extrusionOk="0">
                  <a:moveTo>
                    <a:pt x="1729" y="1"/>
                  </a:moveTo>
                  <a:cubicBezTo>
                    <a:pt x="741" y="699"/>
                    <a:pt x="101" y="1812"/>
                    <a:pt x="0" y="3027"/>
                  </a:cubicBezTo>
                  <a:lnTo>
                    <a:pt x="1889" y="3027"/>
                  </a:lnTo>
                  <a:cubicBezTo>
                    <a:pt x="1923" y="2209"/>
                    <a:pt x="2075" y="1450"/>
                    <a:pt x="2336" y="818"/>
                  </a:cubicBezTo>
                  <a:cubicBezTo>
                    <a:pt x="2200" y="683"/>
                    <a:pt x="2075" y="531"/>
                    <a:pt x="1955" y="379"/>
                  </a:cubicBezTo>
                  <a:cubicBezTo>
                    <a:pt x="1872" y="254"/>
                    <a:pt x="1796" y="126"/>
                    <a:pt x="17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061;p50">
              <a:extLst>
                <a:ext uri="{FF2B5EF4-FFF2-40B4-BE49-F238E27FC236}">
                  <a16:creationId xmlns:a16="http://schemas.microsoft.com/office/drawing/2014/main" id="{666C8F57-5FD9-CA0A-67EA-83540EE57F41}"/>
                </a:ext>
              </a:extLst>
            </p:cNvPr>
            <p:cNvSpPr/>
            <p:nvPr/>
          </p:nvSpPr>
          <p:spPr>
            <a:xfrm>
              <a:off x="5498439" y="1718197"/>
              <a:ext cx="122854" cy="113810"/>
            </a:xfrm>
            <a:custGeom>
              <a:avLst/>
              <a:gdLst/>
              <a:ahLst/>
              <a:cxnLst/>
              <a:rect l="l" t="t" r="r" b="b"/>
              <a:pathLst>
                <a:path w="4089" h="3788" extrusionOk="0">
                  <a:moveTo>
                    <a:pt x="0" y="0"/>
                  </a:moveTo>
                  <a:cubicBezTo>
                    <a:pt x="160" y="2110"/>
                    <a:pt x="1931" y="3788"/>
                    <a:pt x="4089" y="3788"/>
                  </a:cubicBezTo>
                  <a:cubicBezTo>
                    <a:pt x="2901" y="3788"/>
                    <a:pt x="1974" y="2142"/>
                    <a:pt x="18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062;p50">
              <a:extLst>
                <a:ext uri="{FF2B5EF4-FFF2-40B4-BE49-F238E27FC236}">
                  <a16:creationId xmlns:a16="http://schemas.microsoft.com/office/drawing/2014/main" id="{B06AE75E-365A-AD3D-5776-80BD96B5137C}"/>
                </a:ext>
              </a:extLst>
            </p:cNvPr>
            <p:cNvSpPr/>
            <p:nvPr/>
          </p:nvSpPr>
          <p:spPr>
            <a:xfrm>
              <a:off x="5630695" y="1645459"/>
              <a:ext cx="37496" cy="53720"/>
            </a:xfrm>
            <a:custGeom>
              <a:avLst/>
              <a:gdLst/>
              <a:ahLst/>
              <a:cxnLst/>
              <a:rect l="l" t="t" r="r" b="b"/>
              <a:pathLst>
                <a:path w="1248" h="1788" extrusionOk="0">
                  <a:moveTo>
                    <a:pt x="928" y="0"/>
                  </a:moveTo>
                  <a:cubicBezTo>
                    <a:pt x="640" y="195"/>
                    <a:pt x="329" y="355"/>
                    <a:pt x="1" y="472"/>
                  </a:cubicBezTo>
                  <a:lnTo>
                    <a:pt x="1" y="1788"/>
                  </a:lnTo>
                  <a:lnTo>
                    <a:pt x="1248" y="1788"/>
                  </a:lnTo>
                  <a:cubicBezTo>
                    <a:pt x="1223" y="1130"/>
                    <a:pt x="1114" y="515"/>
                    <a:pt x="9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063;p50">
              <a:extLst>
                <a:ext uri="{FF2B5EF4-FFF2-40B4-BE49-F238E27FC236}">
                  <a16:creationId xmlns:a16="http://schemas.microsoft.com/office/drawing/2014/main" id="{FC4632EF-4328-02FD-5A68-E01EAF55BE65}"/>
                </a:ext>
              </a:extLst>
            </p:cNvPr>
            <p:cNvSpPr/>
            <p:nvPr/>
          </p:nvSpPr>
          <p:spPr>
            <a:xfrm>
              <a:off x="5621261" y="1718197"/>
              <a:ext cx="122704" cy="113810"/>
            </a:xfrm>
            <a:custGeom>
              <a:avLst/>
              <a:gdLst/>
              <a:ahLst/>
              <a:cxnLst/>
              <a:rect l="l" t="t" r="r" b="b"/>
              <a:pathLst>
                <a:path w="4084" h="3788" extrusionOk="0">
                  <a:moveTo>
                    <a:pt x="2195" y="0"/>
                  </a:moveTo>
                  <a:cubicBezTo>
                    <a:pt x="2110" y="2142"/>
                    <a:pt x="1183" y="3788"/>
                    <a:pt x="1" y="3788"/>
                  </a:cubicBezTo>
                  <a:cubicBezTo>
                    <a:pt x="2153" y="3788"/>
                    <a:pt x="3924" y="2110"/>
                    <a:pt x="40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" name="Google Shape;1193;p57">
            <a:extLst>
              <a:ext uri="{FF2B5EF4-FFF2-40B4-BE49-F238E27FC236}">
                <a16:creationId xmlns:a16="http://schemas.microsoft.com/office/drawing/2014/main" id="{76239536-B9F5-CA17-A9C8-A913D97AE4A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6377" b="6377"/>
          <a:stretch/>
        </p:blipFill>
        <p:spPr>
          <a:xfrm>
            <a:off x="6291073" y="2773646"/>
            <a:ext cx="2692762" cy="192917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" name="Google Shape;1475;p58">
            <a:extLst>
              <a:ext uri="{FF2B5EF4-FFF2-40B4-BE49-F238E27FC236}">
                <a16:creationId xmlns:a16="http://schemas.microsoft.com/office/drawing/2014/main" id="{7269D671-9B77-1360-67D1-77D18E70F8E5}"/>
              </a:ext>
            </a:extLst>
          </p:cNvPr>
          <p:cNvGrpSpPr/>
          <p:nvPr/>
        </p:nvGrpSpPr>
        <p:grpSpPr>
          <a:xfrm>
            <a:off x="406710" y="4095620"/>
            <a:ext cx="511602" cy="511602"/>
            <a:chOff x="5681300" y="2527788"/>
            <a:chExt cx="805800" cy="805800"/>
          </a:xfrm>
        </p:grpSpPr>
        <p:sp>
          <p:nvSpPr>
            <p:cNvPr id="16" name="Google Shape;1476;p58">
              <a:extLst>
                <a:ext uri="{FF2B5EF4-FFF2-40B4-BE49-F238E27FC236}">
                  <a16:creationId xmlns:a16="http://schemas.microsoft.com/office/drawing/2014/main" id="{5B84D225-286D-506C-015E-D6D77D8619D8}"/>
                </a:ext>
              </a:extLst>
            </p:cNvPr>
            <p:cNvSpPr/>
            <p:nvPr/>
          </p:nvSpPr>
          <p:spPr>
            <a:xfrm>
              <a:off x="5681300" y="2527788"/>
              <a:ext cx="805800" cy="805800"/>
            </a:xfrm>
            <a:prstGeom prst="ellipse">
              <a:avLst/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477;p58">
              <a:extLst>
                <a:ext uri="{FF2B5EF4-FFF2-40B4-BE49-F238E27FC236}">
                  <a16:creationId xmlns:a16="http://schemas.microsoft.com/office/drawing/2014/main" id="{F35E5463-ED25-E229-9FD1-5142210C36AC}"/>
                </a:ext>
              </a:extLst>
            </p:cNvPr>
            <p:cNvSpPr/>
            <p:nvPr/>
          </p:nvSpPr>
          <p:spPr>
            <a:xfrm>
              <a:off x="5681300" y="2527788"/>
              <a:ext cx="805800" cy="805800"/>
            </a:xfrm>
            <a:prstGeom prst="pie">
              <a:avLst>
                <a:gd name="adj1" fmla="val 0"/>
                <a:gd name="adj2" fmla="val 16200000"/>
              </a:avLst>
            </a:pr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00E95A38-29CE-87BD-3F65-A2794CABEB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8349" y="3406152"/>
            <a:ext cx="2112198" cy="140675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ealth, Safety, and Security Center by Slidesgo">
  <a:themeElements>
    <a:clrScheme name="Simple Light">
      <a:dk1>
        <a:srgbClr val="315F6A"/>
      </a:dk1>
      <a:lt1>
        <a:srgbClr val="FFFFFF"/>
      </a:lt1>
      <a:dk2>
        <a:srgbClr val="0F343D"/>
      </a:dk2>
      <a:lt2>
        <a:srgbClr val="D9FFFF"/>
      </a:lt2>
      <a:accent1>
        <a:srgbClr val="95E7D3"/>
      </a:accent1>
      <a:accent2>
        <a:srgbClr val="80E5E1"/>
      </a:accent2>
      <a:accent3>
        <a:srgbClr val="5FCAC2"/>
      </a:accent3>
      <a:accent4>
        <a:srgbClr val="5DC9A7"/>
      </a:accent4>
      <a:accent5>
        <a:srgbClr val="A0D4FC"/>
      </a:accent5>
      <a:accent6>
        <a:srgbClr val="107C8E"/>
      </a:accent6>
      <a:hlink>
        <a:srgbClr val="0F343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354</Words>
  <Application>Microsoft Office PowerPoint</Application>
  <PresentationFormat>Экран (16:9)</PresentationFormat>
  <Paragraphs>61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6" baseType="lpstr">
      <vt:lpstr>Krub Light</vt:lpstr>
      <vt:lpstr>Krub Medium</vt:lpstr>
      <vt:lpstr>Open Sans</vt:lpstr>
      <vt:lpstr>Arial</vt:lpstr>
      <vt:lpstr>Raleway</vt:lpstr>
      <vt:lpstr>Gothic A1</vt:lpstr>
      <vt:lpstr>Krub</vt:lpstr>
      <vt:lpstr>Health, Safety, and Security Center by Slidesgo</vt:lpstr>
      <vt:lpstr>Медицина</vt:lpstr>
      <vt:lpstr>Цели проекта</vt:lpstr>
      <vt:lpstr>Этапы</vt:lpstr>
      <vt:lpstr>Первичная обработка + чистка</vt:lpstr>
      <vt:lpstr>Анамнез / интраоперационный фактор </vt:lpstr>
      <vt:lpstr>Биохимический фактор</vt:lpstr>
      <vt:lpstr>Регрессионная модель</vt:lpstr>
      <vt:lpstr>Результаты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Команда 7</dc:title>
  <dc:creator>Igor</dc:creator>
  <cp:lastModifiedBy>Katya Lachina</cp:lastModifiedBy>
  <cp:revision>8</cp:revision>
  <dcterms:modified xsi:type="dcterms:W3CDTF">2025-07-31T07:58:13Z</dcterms:modified>
</cp:coreProperties>
</file>